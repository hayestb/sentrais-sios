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53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30" d="100"/>
          <a:sy n="130" d="100"/>
        </p:scale>
        <p:origin x="4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BEAED-AA1E-4570-9020-AAD35CD8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64E85-58CD-463F-8812-0EC221DDF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55BFB-B1F2-4D05-9E18-BD34394D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53CDB-E8DC-4D23-B7E7-79510F0CD25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14325E-C5EF-4B0C-AB3D-2ACB9B10D9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512" y="705062"/>
            <a:ext cx="11887200" cy="153806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8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F5401-4F1D-4D06-9F79-A747EF71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2" y="162106"/>
            <a:ext cx="11888976" cy="528814"/>
          </a:xfrm>
        </p:spPr>
        <p:txBody>
          <a:bodyPr/>
          <a:lstStyle>
            <a:lvl1pPr>
              <a:defRPr>
                <a:solidFill>
                  <a:schemeClr val="tx2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AD3189F-7A80-4865-B3AB-38E688359C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051" y="970671"/>
            <a:ext cx="11895139" cy="1578342"/>
          </a:xfrm>
          <a:custGeom>
            <a:avLst/>
            <a:gdLst>
              <a:gd name="connsiteX0" fmla="*/ 0 w 11895139"/>
              <a:gd name="connsiteY0" fmla="*/ 789170 h 1578342"/>
              <a:gd name="connsiteX1" fmla="*/ 0 w 11895139"/>
              <a:gd name="connsiteY1" fmla="*/ 789171 h 1578342"/>
              <a:gd name="connsiteX2" fmla="*/ 0 w 11895139"/>
              <a:gd name="connsiteY2" fmla="*/ 789171 h 1578342"/>
              <a:gd name="connsiteX3" fmla="*/ 789171 w 11895139"/>
              <a:gd name="connsiteY3" fmla="*/ 0 h 1578342"/>
              <a:gd name="connsiteX4" fmla="*/ 11105968 w 11895139"/>
              <a:gd name="connsiteY4" fmla="*/ 0 h 1578342"/>
              <a:gd name="connsiteX5" fmla="*/ 11895139 w 11895139"/>
              <a:gd name="connsiteY5" fmla="*/ 789171 h 1578342"/>
              <a:gd name="connsiteX6" fmla="*/ 11895138 w 11895139"/>
              <a:gd name="connsiteY6" fmla="*/ 789171 h 1578342"/>
              <a:gd name="connsiteX7" fmla="*/ 11105967 w 11895139"/>
              <a:gd name="connsiteY7" fmla="*/ 1578342 h 1578342"/>
              <a:gd name="connsiteX8" fmla="*/ 789171 w 11895139"/>
              <a:gd name="connsiteY8" fmla="*/ 1578341 h 1578342"/>
              <a:gd name="connsiteX9" fmla="*/ 16033 w 11895139"/>
              <a:gd name="connsiteY9" fmla="*/ 948216 h 1578342"/>
              <a:gd name="connsiteX10" fmla="*/ 0 w 11895139"/>
              <a:gd name="connsiteY10" fmla="*/ 789171 h 1578342"/>
              <a:gd name="connsiteX11" fmla="*/ 16033 w 11895139"/>
              <a:gd name="connsiteY11" fmla="*/ 630126 h 1578342"/>
              <a:gd name="connsiteX12" fmla="*/ 789171 w 11895139"/>
              <a:gd name="connsiteY12" fmla="*/ 0 h 1578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95139" h="1578342">
                <a:moveTo>
                  <a:pt x="0" y="789170"/>
                </a:moveTo>
                <a:lnTo>
                  <a:pt x="0" y="789171"/>
                </a:lnTo>
                <a:lnTo>
                  <a:pt x="0" y="789171"/>
                </a:lnTo>
                <a:close/>
                <a:moveTo>
                  <a:pt x="789171" y="0"/>
                </a:moveTo>
                <a:lnTo>
                  <a:pt x="11105968" y="0"/>
                </a:lnTo>
                <a:cubicBezTo>
                  <a:pt x="11541815" y="0"/>
                  <a:pt x="11895139" y="353324"/>
                  <a:pt x="11895139" y="789171"/>
                </a:cubicBezTo>
                <a:lnTo>
                  <a:pt x="11895138" y="789171"/>
                </a:lnTo>
                <a:cubicBezTo>
                  <a:pt x="11895138" y="1225018"/>
                  <a:pt x="11541814" y="1578342"/>
                  <a:pt x="11105967" y="1578342"/>
                </a:cubicBezTo>
                <a:lnTo>
                  <a:pt x="789171" y="1578341"/>
                </a:lnTo>
                <a:cubicBezTo>
                  <a:pt x="407805" y="1578341"/>
                  <a:pt x="89621" y="1307827"/>
                  <a:pt x="16033" y="948216"/>
                </a:cubicBezTo>
                <a:lnTo>
                  <a:pt x="0" y="789171"/>
                </a:lnTo>
                <a:lnTo>
                  <a:pt x="16033" y="630126"/>
                </a:lnTo>
                <a:cubicBezTo>
                  <a:pt x="89621" y="270514"/>
                  <a:pt x="407805" y="0"/>
                  <a:pt x="78917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6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41A00C-79BB-466A-BE28-834F1231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2" y="162106"/>
            <a:ext cx="11888976" cy="528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179EF-23B6-4AE2-BD27-CFCB26C5F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978" y="875997"/>
            <a:ext cx="11888976" cy="5677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2B4AE-7AE1-4763-86E9-6ACFB3FA5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1965" y="6644495"/>
            <a:ext cx="376784" cy="195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D521FA8-01D9-4A0A-A515-FDDAEF1E696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4D8E6-ACCC-489F-A06B-343DB3249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689" y="6678173"/>
            <a:ext cx="990599" cy="12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0245687-2D76-4501-8F48-55818B1CF2BA}" type="datetimeFigureOut">
              <a:rPr lang="en-US" smtClean="0"/>
              <a:t>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E0927-6034-4577-B629-E0121799B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78173"/>
            <a:ext cx="4114800" cy="12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47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>
              <a:lumMod val="85000"/>
              <a:lumOff val="15000"/>
            </a:schemeClr>
          </a:solidFill>
          <a:latin typeface="Century Gothic" panose="020B0502020202020204" pitchFamily="34" charset="0"/>
          <a:ea typeface="+mj-ea"/>
          <a:cs typeface="Arial" panose="020B0604020202020204" pitchFamily="34" charset="0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2880" indent="-18288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82880" indent="-18288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80" indent="-18288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" indent="-18288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92">
          <p15:clr>
            <a:srgbClr val="F26B43"/>
          </p15:clr>
        </p15:guide>
        <p15:guide id="4" pos="7585">
          <p15:clr>
            <a:srgbClr val="F26B43"/>
          </p15:clr>
        </p15:guide>
        <p15:guide id="5" orient="horz" pos="4128">
          <p15:clr>
            <a:srgbClr val="F26B43"/>
          </p15:clr>
        </p15:guide>
        <p15:guide id="6" orient="horz" pos="4224">
          <p15:clr>
            <a:srgbClr val="F26B43"/>
          </p15:clr>
        </p15:guide>
        <p15:guide id="7" orient="horz" pos="96">
          <p15:clr>
            <a:srgbClr val="F26B43"/>
          </p15:clr>
        </p15:guide>
        <p15:guide id="8" orient="horz" pos="544">
          <p15:clr>
            <a:srgbClr val="F26B43"/>
          </p15:clr>
        </p15:guide>
        <p15:guide id="9" orient="horz" pos="44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4A120-93B0-48DE-BBC3-80AABE9FA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13" y="162106"/>
            <a:ext cx="11445566" cy="528814"/>
          </a:xfrm>
        </p:spPr>
        <p:txBody>
          <a:bodyPr/>
          <a:lstStyle/>
          <a:p>
            <a:pPr algn="ctr"/>
            <a:r>
              <a:rPr lang="en-US" dirty="0"/>
              <a:t>NFL Technology Innovation HUB Execution Gates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584A538-A05D-48B2-8F8E-FE553F7D74AB}"/>
              </a:ext>
            </a:extLst>
          </p:cNvPr>
          <p:cNvGrpSpPr/>
          <p:nvPr/>
        </p:nvGrpSpPr>
        <p:grpSpPr>
          <a:xfrm>
            <a:off x="275779" y="1070430"/>
            <a:ext cx="11640442" cy="4648847"/>
            <a:chOff x="281988" y="1586109"/>
            <a:chExt cx="11640442" cy="4648847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0131D41C-CE07-40B6-B090-8D8E787B3F05}"/>
                </a:ext>
              </a:extLst>
            </p:cNvPr>
            <p:cNvGrpSpPr/>
            <p:nvPr/>
          </p:nvGrpSpPr>
          <p:grpSpPr>
            <a:xfrm>
              <a:off x="281988" y="2597971"/>
              <a:ext cx="11640442" cy="2491150"/>
              <a:chOff x="281988" y="2597971"/>
              <a:chExt cx="11640442" cy="2491150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55E12ABA-BC97-4876-865E-9EF4EDCC30DB}"/>
                  </a:ext>
                </a:extLst>
              </p:cNvPr>
              <p:cNvGrpSpPr/>
              <p:nvPr/>
            </p:nvGrpSpPr>
            <p:grpSpPr>
              <a:xfrm>
                <a:off x="281988" y="2597971"/>
                <a:ext cx="1660864" cy="2491150"/>
                <a:chOff x="332788" y="1996881"/>
                <a:chExt cx="1660864" cy="2491150"/>
              </a:xfrm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59ED44FE-1B1C-49F2-B278-592119DC4179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96" name="Rectangle: Rounded Corners 95">
                    <a:extLst>
                      <a:ext uri="{FF2B5EF4-FFF2-40B4-BE49-F238E27FC236}">
                        <a16:creationId xmlns:a16="http://schemas.microsoft.com/office/drawing/2014/main" id="{56E63EAD-CD29-4C8D-8B17-2A0C1CC43142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8712E2F1-114A-4069-A55F-2EBDFFD1EB73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69154"/>
                    <a:ext cx="1517736" cy="7694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Internal/External Idea Submission</a:t>
                    </a: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NFL Business Value</a:t>
                    </a:r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61A63845-64A0-446F-985C-EA144A89D5C2}"/>
                    </a:ext>
                  </a:extLst>
                </p:cNvPr>
                <p:cNvGrpSpPr/>
                <p:nvPr/>
              </p:nvGrpSpPr>
              <p:grpSpPr>
                <a:xfrm>
                  <a:off x="380875" y="1996881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28442343-F8DE-44B0-B746-3E31B3D64665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94" name="Oval 93">
                      <a:extLst>
                        <a:ext uri="{FF2B5EF4-FFF2-40B4-BE49-F238E27FC236}">
                          <a16:creationId xmlns:a16="http://schemas.microsoft.com/office/drawing/2014/main" id="{CBA0D483-B5D9-46AD-9E02-E41ED8C06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" name="Rectangle: Rounded Corners 144">
                      <a:extLst>
                        <a:ext uri="{FF2B5EF4-FFF2-40B4-BE49-F238E27FC236}">
                          <a16:creationId xmlns:a16="http://schemas.microsoft.com/office/drawing/2014/main" id="{4DD2517F-CD94-4216-87F9-00B307EB5F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91" name="Group 90">
                    <a:extLst>
                      <a:ext uri="{FF2B5EF4-FFF2-40B4-BE49-F238E27FC236}">
                        <a16:creationId xmlns:a16="http://schemas.microsoft.com/office/drawing/2014/main" id="{3754F8C6-5B32-4E7A-B085-7F6F55A3E47F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92" name="Rectangle: Rounded Corners 91">
                      <a:extLst>
                        <a:ext uri="{FF2B5EF4-FFF2-40B4-BE49-F238E27FC236}">
                          <a16:creationId xmlns:a16="http://schemas.microsoft.com/office/drawing/2014/main" id="{D1FFFB4A-9319-4C94-9509-6528A73F86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1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id="{6D99F857-837D-4403-8146-84C8B15A80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809" y="2100853"/>
                      <a:ext cx="1852135" cy="485319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entury Gothic" panose="020B0502020202020204" pitchFamily="34" charset="0"/>
                        </a:rPr>
                        <a:t>Intake</a:t>
                      </a:r>
                      <a:endParaRPr lang="en-IN" sz="1200" b="1" dirty="0">
                        <a:solidFill>
                          <a:schemeClr val="bg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90F067FE-2FD2-45C2-B9A9-D8BC8058F22A}"/>
                  </a:ext>
                </a:extLst>
              </p:cNvPr>
              <p:cNvGrpSpPr/>
              <p:nvPr/>
            </p:nvGrpSpPr>
            <p:grpSpPr>
              <a:xfrm>
                <a:off x="2277904" y="2597971"/>
                <a:ext cx="1660864" cy="2491150"/>
                <a:chOff x="332788" y="1996881"/>
                <a:chExt cx="1660864" cy="2491150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606EAA3-42F5-4BC1-A91B-52D679046E46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109" name="Rectangle: Rounded Corners 108">
                    <a:extLst>
                      <a:ext uri="{FF2B5EF4-FFF2-40B4-BE49-F238E27FC236}">
                        <a16:creationId xmlns:a16="http://schemas.microsoft.com/office/drawing/2014/main" id="{2CDA113F-2636-4CCA-A0F6-C44578927518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10" name="TextBox 109">
                    <a:extLst>
                      <a:ext uri="{FF2B5EF4-FFF2-40B4-BE49-F238E27FC236}">
                        <a16:creationId xmlns:a16="http://schemas.microsoft.com/office/drawing/2014/main" id="{81916CBC-F039-4706-B366-B3B35C5D3D87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64612"/>
                    <a:ext cx="1517736" cy="76944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Zone Placement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Depth Evaluation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Technical  Feasibility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5F80032E-F2DC-4934-AC63-B9EBA2B26F8E}"/>
                    </a:ext>
                  </a:extLst>
                </p:cNvPr>
                <p:cNvGrpSpPr/>
                <p:nvPr/>
              </p:nvGrpSpPr>
              <p:grpSpPr>
                <a:xfrm>
                  <a:off x="380875" y="1996881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103" name="Group 102">
                    <a:extLst>
                      <a:ext uri="{FF2B5EF4-FFF2-40B4-BE49-F238E27FC236}">
                        <a16:creationId xmlns:a16="http://schemas.microsoft.com/office/drawing/2014/main" id="{2C77E3E0-F131-49C2-9111-0F7080431467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107" name="Oval 106">
                      <a:extLst>
                        <a:ext uri="{FF2B5EF4-FFF2-40B4-BE49-F238E27FC236}">
                          <a16:creationId xmlns:a16="http://schemas.microsoft.com/office/drawing/2014/main" id="{7C6A5E88-81F1-40C0-9A6B-66A408F841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8" name="Rectangle: Rounded Corners 144">
                      <a:extLst>
                        <a:ext uri="{FF2B5EF4-FFF2-40B4-BE49-F238E27FC236}">
                          <a16:creationId xmlns:a16="http://schemas.microsoft.com/office/drawing/2014/main" id="{877E117D-FB0E-4574-94D6-8FC1FEB423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4" name="Group 103">
                    <a:extLst>
                      <a:ext uri="{FF2B5EF4-FFF2-40B4-BE49-F238E27FC236}">
                        <a16:creationId xmlns:a16="http://schemas.microsoft.com/office/drawing/2014/main" id="{A8F998B4-2107-4299-BFEA-2FD221C53D12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105" name="Rectangle: Rounded Corners 104">
                      <a:extLst>
                        <a:ext uri="{FF2B5EF4-FFF2-40B4-BE49-F238E27FC236}">
                          <a16:creationId xmlns:a16="http://schemas.microsoft.com/office/drawing/2014/main" id="{3A998F05-D71C-4BCD-9B05-EAEB45D129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06" name="Rectangle 105">
                      <a:extLst>
                        <a:ext uri="{FF2B5EF4-FFF2-40B4-BE49-F238E27FC236}">
                          <a16:creationId xmlns:a16="http://schemas.microsoft.com/office/drawing/2014/main" id="{B9122BF0-9863-42F4-943A-1855259F34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809" y="2100853"/>
                      <a:ext cx="1852135" cy="485319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entury Gothic" panose="020B0502020202020204" pitchFamily="34" charset="0"/>
                        </a:rPr>
                        <a:t>Concept </a:t>
                      </a:r>
                      <a:endParaRPr lang="en-IN" sz="1200" b="1" dirty="0">
                        <a:solidFill>
                          <a:schemeClr val="bg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2CFCC308-F860-41F8-BA08-8DCF38B9E62B}"/>
                  </a:ext>
                </a:extLst>
              </p:cNvPr>
              <p:cNvGrpSpPr/>
              <p:nvPr/>
            </p:nvGrpSpPr>
            <p:grpSpPr>
              <a:xfrm>
                <a:off x="4273820" y="2597972"/>
                <a:ext cx="1660864" cy="2491149"/>
                <a:chOff x="332788" y="1996882"/>
                <a:chExt cx="1660864" cy="2491149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F3B290CA-9BE8-4A55-816E-3C16F1835AE9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120" name="Rectangle: Rounded Corners 119">
                    <a:extLst>
                      <a:ext uri="{FF2B5EF4-FFF2-40B4-BE49-F238E27FC236}">
                        <a16:creationId xmlns:a16="http://schemas.microsoft.com/office/drawing/2014/main" id="{8DA71A5E-A34E-47B3-A46E-138F1BB81195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3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1" name="TextBox 120">
                    <a:extLst>
                      <a:ext uri="{FF2B5EF4-FFF2-40B4-BE49-F238E27FC236}">
                        <a16:creationId xmlns:a16="http://schemas.microsoft.com/office/drawing/2014/main" id="{0EABB391-059C-49EA-A423-58660485A1E2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64616"/>
                    <a:ext cx="1517736" cy="9387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Product/Service definition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Business Justification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Development Plan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346DE204-7887-4120-BA7A-7CF97B782335}"/>
                    </a:ext>
                  </a:extLst>
                </p:cNvPr>
                <p:cNvGrpSpPr/>
                <p:nvPr/>
              </p:nvGrpSpPr>
              <p:grpSpPr>
                <a:xfrm>
                  <a:off x="380875" y="1996882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114" name="Group 113">
                    <a:extLst>
                      <a:ext uri="{FF2B5EF4-FFF2-40B4-BE49-F238E27FC236}">
                        <a16:creationId xmlns:a16="http://schemas.microsoft.com/office/drawing/2014/main" id="{6C51EC14-33E3-421D-BE6D-97A7960BE860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118" name="Oval 117">
                      <a:extLst>
                        <a:ext uri="{FF2B5EF4-FFF2-40B4-BE49-F238E27FC236}">
                          <a16:creationId xmlns:a16="http://schemas.microsoft.com/office/drawing/2014/main" id="{9BF778B1-07B0-4157-8847-018DF6A12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9" name="Rectangle: Rounded Corners 144">
                      <a:extLst>
                        <a:ext uri="{FF2B5EF4-FFF2-40B4-BE49-F238E27FC236}">
                          <a16:creationId xmlns:a16="http://schemas.microsoft.com/office/drawing/2014/main" id="{CE700F11-B457-445E-A2AA-6A98573301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15" name="Group 114">
                    <a:extLst>
                      <a:ext uri="{FF2B5EF4-FFF2-40B4-BE49-F238E27FC236}">
                        <a16:creationId xmlns:a16="http://schemas.microsoft.com/office/drawing/2014/main" id="{C92833F0-F128-4A3A-B66F-835963F70F31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116" name="Rectangle: Rounded Corners 115">
                      <a:extLst>
                        <a:ext uri="{FF2B5EF4-FFF2-40B4-BE49-F238E27FC236}">
                          <a16:creationId xmlns:a16="http://schemas.microsoft.com/office/drawing/2014/main" id="{F99EDEF1-6D06-46D6-B22F-587E4332AC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17" name="Rectangle 116">
                      <a:extLst>
                        <a:ext uri="{FF2B5EF4-FFF2-40B4-BE49-F238E27FC236}">
                          <a16:creationId xmlns:a16="http://schemas.microsoft.com/office/drawing/2014/main" id="{38E4EF25-D752-4DD3-B1A3-1691539609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0758" y="2100853"/>
                      <a:ext cx="2183460" cy="485319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Century Gothic" panose="020B0502020202020204" pitchFamily="34" charset="0"/>
                        </a:rPr>
                        <a:t>Business Case</a:t>
                      </a:r>
                      <a:endParaRPr lang="en-IN" sz="1200" b="1" dirty="0">
                        <a:solidFill>
                          <a:schemeClr val="tx2">
                            <a:lumMod val="85000"/>
                            <a:lumOff val="1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B5181515-627C-4420-9EF4-11A7AA3D4543}"/>
                  </a:ext>
                </a:extLst>
              </p:cNvPr>
              <p:cNvGrpSpPr/>
              <p:nvPr/>
            </p:nvGrpSpPr>
            <p:grpSpPr>
              <a:xfrm>
                <a:off x="6269736" y="2597971"/>
                <a:ext cx="1660864" cy="2491150"/>
                <a:chOff x="332788" y="1996881"/>
                <a:chExt cx="1660864" cy="2491150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669D9EF6-D8CB-44A1-AF11-9EFA0D8467DD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131" name="Rectangle: Rounded Corners 130">
                    <a:extLst>
                      <a:ext uri="{FF2B5EF4-FFF2-40B4-BE49-F238E27FC236}">
                        <a16:creationId xmlns:a16="http://schemas.microsoft.com/office/drawing/2014/main" id="{9E62CEDB-E7A3-4C08-B185-07B4706F2400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B1E0C042-078B-4DDC-800D-3F52178CD625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59845"/>
                    <a:ext cx="1517736" cy="9387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Develop prototype to verify and validate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Test market fit</a:t>
                    </a: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Several iterations</a:t>
                    </a:r>
                  </a:p>
                </p:txBody>
              </p:sp>
            </p:grp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DC8CC7E2-0C91-4377-88F7-7E6C5AC3C1A2}"/>
                    </a:ext>
                  </a:extLst>
                </p:cNvPr>
                <p:cNvGrpSpPr/>
                <p:nvPr/>
              </p:nvGrpSpPr>
              <p:grpSpPr>
                <a:xfrm>
                  <a:off x="380875" y="1996881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7C7400D5-94DE-4F49-9328-8F4B734FC84D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129" name="Oval 128">
                      <a:extLst>
                        <a:ext uri="{FF2B5EF4-FFF2-40B4-BE49-F238E27FC236}">
                          <a16:creationId xmlns:a16="http://schemas.microsoft.com/office/drawing/2014/main" id="{7F61CB11-8810-4317-B30A-670D996717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0" name="Rectangle: Rounded Corners 144">
                      <a:extLst>
                        <a:ext uri="{FF2B5EF4-FFF2-40B4-BE49-F238E27FC236}">
                          <a16:creationId xmlns:a16="http://schemas.microsoft.com/office/drawing/2014/main" id="{B03DBC20-5AE1-44EC-A3A8-3CA3F9BE4C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1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7D97207B-1082-4F14-A910-7A5C94229793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127" name="Rectangle: Rounded Corners 126">
                      <a:extLst>
                        <a:ext uri="{FF2B5EF4-FFF2-40B4-BE49-F238E27FC236}">
                          <a16:creationId xmlns:a16="http://schemas.microsoft.com/office/drawing/2014/main" id="{42FC1609-C105-471C-AADD-1DCFF010C0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1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FA2C3BDC-546D-4E09-931F-7DD72C2E7B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4930" y="2100853"/>
                      <a:ext cx="2124801" cy="485320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entury Gothic" panose="020B0502020202020204" pitchFamily="34" charset="0"/>
                        </a:rPr>
                        <a:t>MVP</a:t>
                      </a:r>
                      <a:endParaRPr lang="en-IN" sz="1200" b="1" dirty="0">
                        <a:solidFill>
                          <a:schemeClr val="bg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C8D58170-C261-48D2-94EB-987EEE34373A}"/>
                  </a:ext>
                </a:extLst>
              </p:cNvPr>
              <p:cNvGrpSpPr/>
              <p:nvPr/>
            </p:nvGrpSpPr>
            <p:grpSpPr>
              <a:xfrm>
                <a:off x="8265652" y="2597971"/>
                <a:ext cx="1660864" cy="2491150"/>
                <a:chOff x="332788" y="1996881"/>
                <a:chExt cx="1660864" cy="2491150"/>
              </a:xfrm>
            </p:grpSpPr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6AF06F03-6A80-49D5-8CF7-7FF7AF34F5A0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142" name="Rectangle: Rounded Corners 141">
                    <a:extLst>
                      <a:ext uri="{FF2B5EF4-FFF2-40B4-BE49-F238E27FC236}">
                        <a16:creationId xmlns:a16="http://schemas.microsoft.com/office/drawing/2014/main" id="{F5DCAD06-A8AE-4872-8595-2530DDD7A18E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43" name="TextBox 142">
                    <a:extLst>
                      <a:ext uri="{FF2B5EF4-FFF2-40B4-BE49-F238E27FC236}">
                        <a16:creationId xmlns:a16="http://schemas.microsoft.com/office/drawing/2014/main" id="{E994342D-1249-4065-A330-F4132F3202C8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52205"/>
                    <a:ext cx="1517736" cy="9387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Financial viability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Implementation strategy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Total Cost of Ownership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F7009838-338F-4D7E-9F2F-79C446B8E382}"/>
                    </a:ext>
                  </a:extLst>
                </p:cNvPr>
                <p:cNvGrpSpPr/>
                <p:nvPr/>
              </p:nvGrpSpPr>
              <p:grpSpPr>
                <a:xfrm>
                  <a:off x="380875" y="1996881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136" name="Group 135">
                    <a:extLst>
                      <a:ext uri="{FF2B5EF4-FFF2-40B4-BE49-F238E27FC236}">
                        <a16:creationId xmlns:a16="http://schemas.microsoft.com/office/drawing/2014/main" id="{6FF46B01-3759-4C0A-B12B-2935F9BD0398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140" name="Oval 139">
                      <a:extLst>
                        <a:ext uri="{FF2B5EF4-FFF2-40B4-BE49-F238E27FC236}">
                          <a16:creationId xmlns:a16="http://schemas.microsoft.com/office/drawing/2014/main" id="{DB596B00-3013-4145-8789-97BE734C1F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41" name="Rectangle: Rounded Corners 144">
                      <a:extLst>
                        <a:ext uri="{FF2B5EF4-FFF2-40B4-BE49-F238E27FC236}">
                          <a16:creationId xmlns:a16="http://schemas.microsoft.com/office/drawing/2014/main" id="{47ABDFF5-94AA-4131-8D62-A068B2DC35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2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37" name="Group 136">
                    <a:extLst>
                      <a:ext uri="{FF2B5EF4-FFF2-40B4-BE49-F238E27FC236}">
                        <a16:creationId xmlns:a16="http://schemas.microsoft.com/office/drawing/2014/main" id="{7B81C318-1D48-4CCE-862D-1E9E9F5892E3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138" name="Rectangle: Rounded Corners 137">
                      <a:extLst>
                        <a:ext uri="{FF2B5EF4-FFF2-40B4-BE49-F238E27FC236}">
                          <a16:creationId xmlns:a16="http://schemas.microsoft.com/office/drawing/2014/main" id="{13CDEC33-15D2-4A06-AD45-3E83214445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2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39" name="Rectangle 138">
                      <a:extLst>
                        <a:ext uri="{FF2B5EF4-FFF2-40B4-BE49-F238E27FC236}">
                          <a16:creationId xmlns:a16="http://schemas.microsoft.com/office/drawing/2014/main" id="{95599163-322F-40A3-B7A6-05CA0CE188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809" y="2100854"/>
                      <a:ext cx="1852135" cy="485319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2"/>
                          </a:solidFill>
                          <a:latin typeface="Century Gothic" panose="020B0502020202020204" pitchFamily="34" charset="0"/>
                        </a:rPr>
                        <a:t>ROI</a:t>
                      </a:r>
                      <a:endParaRPr lang="en-IN" sz="1200" b="1" dirty="0">
                        <a:solidFill>
                          <a:schemeClr val="bg2"/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9353E1C4-703B-4ABC-8487-E9CEA1D8C23C}"/>
                  </a:ext>
                </a:extLst>
              </p:cNvPr>
              <p:cNvGrpSpPr/>
              <p:nvPr/>
            </p:nvGrpSpPr>
            <p:grpSpPr>
              <a:xfrm>
                <a:off x="10261566" y="2597971"/>
                <a:ext cx="1660864" cy="2491150"/>
                <a:chOff x="332788" y="1996881"/>
                <a:chExt cx="1660864" cy="2491150"/>
              </a:xfrm>
            </p:grpSpPr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0356F649-7A95-40F1-BE83-E03440D39372}"/>
                    </a:ext>
                  </a:extLst>
                </p:cNvPr>
                <p:cNvGrpSpPr/>
                <p:nvPr/>
              </p:nvGrpSpPr>
              <p:grpSpPr>
                <a:xfrm>
                  <a:off x="332788" y="2733701"/>
                  <a:ext cx="1660864" cy="1754330"/>
                  <a:chOff x="6218991" y="2771801"/>
                  <a:chExt cx="1660864" cy="1754330"/>
                </a:xfrm>
              </p:grpSpPr>
              <p:sp>
                <p:nvSpPr>
                  <p:cNvPr id="153" name="Rectangle: Rounded Corners 152">
                    <a:extLst>
                      <a:ext uri="{FF2B5EF4-FFF2-40B4-BE49-F238E27FC236}">
                        <a16:creationId xmlns:a16="http://schemas.microsoft.com/office/drawing/2014/main" id="{D35FCF3D-F0A4-4AF0-B838-9DA668A07CA4}"/>
                      </a:ext>
                    </a:extLst>
                  </p:cNvPr>
                  <p:cNvSpPr/>
                  <p:nvPr/>
                </p:nvSpPr>
                <p:spPr>
                  <a:xfrm>
                    <a:off x="6218991" y="2771801"/>
                    <a:ext cx="1660864" cy="1754330"/>
                  </a:xfrm>
                  <a:prstGeom prst="roundRect">
                    <a:avLst>
                      <a:gd name="adj" fmla="val 6344"/>
                    </a:avLst>
                  </a:prstGeom>
                  <a:noFill/>
                  <a:ln w="6350">
                    <a:solidFill>
                      <a:schemeClr val="accent3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4" name="TextBox 153">
                    <a:extLst>
                      <a:ext uri="{FF2B5EF4-FFF2-40B4-BE49-F238E27FC236}">
                        <a16:creationId xmlns:a16="http://schemas.microsoft.com/office/drawing/2014/main" id="{8AAF1EB5-DF50-4E68-B250-F5439159EDFD}"/>
                      </a:ext>
                    </a:extLst>
                  </p:cNvPr>
                  <p:cNvSpPr txBox="1"/>
                  <p:nvPr/>
                </p:nvSpPr>
                <p:spPr>
                  <a:xfrm>
                    <a:off x="6290555" y="3181413"/>
                    <a:ext cx="1517736" cy="6001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marL="171450" lvl="0" indent="-171450">
                      <a:buFont typeface="Courier New" panose="02070309020205020404" pitchFamily="49" charset="0"/>
                      <a:buChar char="o"/>
                    </a:pPr>
                    <a:r>
                      <a:rPr lang="en-US" sz="11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Transition to funded operational project</a:t>
                    </a:r>
                    <a:endParaRPr lang="en-IN" sz="1100" dirty="0"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6" name="Group 145">
                  <a:extLst>
                    <a:ext uri="{FF2B5EF4-FFF2-40B4-BE49-F238E27FC236}">
                      <a16:creationId xmlns:a16="http://schemas.microsoft.com/office/drawing/2014/main" id="{9694A709-05E7-4477-A3D7-4748C1FB9572}"/>
                    </a:ext>
                  </a:extLst>
                </p:cNvPr>
                <p:cNvGrpSpPr/>
                <p:nvPr/>
              </p:nvGrpSpPr>
              <p:grpSpPr>
                <a:xfrm>
                  <a:off x="380875" y="1996881"/>
                  <a:ext cx="1564690" cy="502881"/>
                  <a:chOff x="299295" y="1879784"/>
                  <a:chExt cx="2741432" cy="881078"/>
                </a:xfrm>
              </p:grpSpPr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95342FF8-F81C-4667-9E39-34523CBB094D}"/>
                      </a:ext>
                    </a:extLst>
                  </p:cNvPr>
                  <p:cNvGrpSpPr/>
                  <p:nvPr/>
                </p:nvGrpSpPr>
                <p:grpSpPr>
                  <a:xfrm>
                    <a:off x="512415" y="1879784"/>
                    <a:ext cx="2528312" cy="881078"/>
                    <a:chOff x="579820" y="1879784"/>
                    <a:chExt cx="2528312" cy="881078"/>
                  </a:xfrm>
                </p:grpSpPr>
                <p:sp>
                  <p:nvSpPr>
                    <p:cNvPr id="151" name="Oval 150">
                      <a:extLst>
                        <a:ext uri="{FF2B5EF4-FFF2-40B4-BE49-F238E27FC236}">
                          <a16:creationId xmlns:a16="http://schemas.microsoft.com/office/drawing/2014/main" id="{F707A2B4-A0E4-40DF-BEBC-CF51994798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9820" y="1879784"/>
                      <a:ext cx="90958" cy="90958"/>
                    </a:xfrm>
                    <a:prstGeom prst="ellipse">
                      <a:avLst/>
                    </a:prstGeom>
                    <a:solidFill>
                      <a:schemeClr val="bg2"/>
                    </a:solidFill>
                    <a:ln w="12700" cap="flat" cmpd="sng" algn="ctr">
                      <a:solidFill>
                        <a:schemeClr val="accent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2" name="Rectangle: Rounded Corners 144">
                      <a:extLst>
                        <a:ext uri="{FF2B5EF4-FFF2-40B4-BE49-F238E27FC236}">
                          <a16:creationId xmlns:a16="http://schemas.microsoft.com/office/drawing/2014/main" id="{EE7EE06F-7851-4B20-AA69-FD83F1F14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3208" y="1926171"/>
                      <a:ext cx="2434924" cy="834691"/>
                    </a:xfrm>
                    <a:custGeom>
                      <a:avLst/>
                      <a:gdLst>
                        <a:gd name="connsiteX0" fmla="*/ 0 w 2852269"/>
                        <a:gd name="connsiteY0" fmla="*/ 417345 h 834689"/>
                        <a:gd name="connsiteX1" fmla="*/ 417345 w 2852269"/>
                        <a:gd name="connsiteY1" fmla="*/ 0 h 834689"/>
                        <a:gd name="connsiteX2" fmla="*/ 2434925 w 2852269"/>
                        <a:gd name="connsiteY2" fmla="*/ 0 h 834689"/>
                        <a:gd name="connsiteX3" fmla="*/ 2852270 w 2852269"/>
                        <a:gd name="connsiteY3" fmla="*/ 417345 h 834689"/>
                        <a:gd name="connsiteX4" fmla="*/ 2852269 w 2852269"/>
                        <a:gd name="connsiteY4" fmla="*/ 417345 h 834689"/>
                        <a:gd name="connsiteX5" fmla="*/ 2434924 w 2852269"/>
                        <a:gd name="connsiteY5" fmla="*/ 834690 h 834689"/>
                        <a:gd name="connsiteX6" fmla="*/ 417345 w 2852269"/>
                        <a:gd name="connsiteY6" fmla="*/ 834689 h 834689"/>
                        <a:gd name="connsiteX7" fmla="*/ 0 w 2852269"/>
                        <a:gd name="connsiteY7" fmla="*/ 417344 h 834689"/>
                        <a:gd name="connsiteX8" fmla="*/ 0 w 2852269"/>
                        <a:gd name="connsiteY8" fmla="*/ 417345 h 834689"/>
                        <a:gd name="connsiteX0" fmla="*/ 14288 w 2852270"/>
                        <a:gd name="connsiteY0" fmla="*/ 417345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8" fmla="*/ 14288 w 2852270"/>
                        <a:gd name="connsiteY8" fmla="*/ 417345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0 w 2852270"/>
                        <a:gd name="connsiteY7" fmla="*/ 417344 h 834690"/>
                        <a:gd name="connsiteX0" fmla="*/ 0 w 2852270"/>
                        <a:gd name="connsiteY0" fmla="*/ 417344 h 834690"/>
                        <a:gd name="connsiteX1" fmla="*/ 417345 w 2852270"/>
                        <a:gd name="connsiteY1" fmla="*/ 0 h 834690"/>
                        <a:gd name="connsiteX2" fmla="*/ 2434925 w 2852270"/>
                        <a:gd name="connsiteY2" fmla="*/ 0 h 834690"/>
                        <a:gd name="connsiteX3" fmla="*/ 2852270 w 2852270"/>
                        <a:gd name="connsiteY3" fmla="*/ 417345 h 834690"/>
                        <a:gd name="connsiteX4" fmla="*/ 2852269 w 2852270"/>
                        <a:gd name="connsiteY4" fmla="*/ 417345 h 834690"/>
                        <a:gd name="connsiteX5" fmla="*/ 2434924 w 2852270"/>
                        <a:gd name="connsiteY5" fmla="*/ 834690 h 834690"/>
                        <a:gd name="connsiteX6" fmla="*/ 417345 w 2852270"/>
                        <a:gd name="connsiteY6" fmla="*/ 834689 h 834690"/>
                        <a:gd name="connsiteX7" fmla="*/ 91440 w 2852270"/>
                        <a:gd name="connsiteY7" fmla="*/ 508784 h 834690"/>
                        <a:gd name="connsiteX0" fmla="*/ 349606 w 2784531"/>
                        <a:gd name="connsiteY0" fmla="*/ 0 h 834690"/>
                        <a:gd name="connsiteX1" fmla="*/ 2367186 w 2784531"/>
                        <a:gd name="connsiteY1" fmla="*/ 0 h 834690"/>
                        <a:gd name="connsiteX2" fmla="*/ 2784531 w 2784531"/>
                        <a:gd name="connsiteY2" fmla="*/ 417345 h 834690"/>
                        <a:gd name="connsiteX3" fmla="*/ 2784530 w 2784531"/>
                        <a:gd name="connsiteY3" fmla="*/ 417345 h 834690"/>
                        <a:gd name="connsiteX4" fmla="*/ 2367185 w 2784531"/>
                        <a:gd name="connsiteY4" fmla="*/ 834690 h 834690"/>
                        <a:gd name="connsiteX5" fmla="*/ 349606 w 2784531"/>
                        <a:gd name="connsiteY5" fmla="*/ 834689 h 834690"/>
                        <a:gd name="connsiteX6" fmla="*/ 23701 w 2784531"/>
                        <a:gd name="connsiteY6" fmla="*/ 508784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  <a:gd name="connsiteX5" fmla="*/ 0 w 2434925"/>
                        <a:gd name="connsiteY5" fmla="*/ 834689 h 834690"/>
                        <a:gd name="connsiteX0" fmla="*/ 19050 w 2453975"/>
                        <a:gd name="connsiteY0" fmla="*/ 0 h 834690"/>
                        <a:gd name="connsiteX1" fmla="*/ 2036630 w 2453975"/>
                        <a:gd name="connsiteY1" fmla="*/ 0 h 834690"/>
                        <a:gd name="connsiteX2" fmla="*/ 2453975 w 2453975"/>
                        <a:gd name="connsiteY2" fmla="*/ 417345 h 834690"/>
                        <a:gd name="connsiteX3" fmla="*/ 2453974 w 2453975"/>
                        <a:gd name="connsiteY3" fmla="*/ 417345 h 834690"/>
                        <a:gd name="connsiteX4" fmla="*/ 2036629 w 2453975"/>
                        <a:gd name="connsiteY4" fmla="*/ 834690 h 834690"/>
                        <a:gd name="connsiteX5" fmla="*/ 0 w 2453975"/>
                        <a:gd name="connsiteY5" fmla="*/ 834689 h 834690"/>
                        <a:gd name="connsiteX0" fmla="*/ 0 w 2434925"/>
                        <a:gd name="connsiteY0" fmla="*/ 0 h 834690"/>
                        <a:gd name="connsiteX1" fmla="*/ 2017580 w 2434925"/>
                        <a:gd name="connsiteY1" fmla="*/ 0 h 834690"/>
                        <a:gd name="connsiteX2" fmla="*/ 2434925 w 2434925"/>
                        <a:gd name="connsiteY2" fmla="*/ 417345 h 834690"/>
                        <a:gd name="connsiteX3" fmla="*/ 2434924 w 2434925"/>
                        <a:gd name="connsiteY3" fmla="*/ 417345 h 834690"/>
                        <a:gd name="connsiteX4" fmla="*/ 2017579 w 2434925"/>
                        <a:gd name="connsiteY4" fmla="*/ 834690 h 8346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434925" h="834690">
                          <a:moveTo>
                            <a:pt x="0" y="0"/>
                          </a:moveTo>
                          <a:lnTo>
                            <a:pt x="2017580" y="0"/>
                          </a:lnTo>
                          <a:cubicBezTo>
                            <a:pt x="2248073" y="0"/>
                            <a:pt x="2434925" y="186852"/>
                            <a:pt x="2434925" y="417345"/>
                          </a:cubicBezTo>
                          <a:lnTo>
                            <a:pt x="2434924" y="417345"/>
                          </a:lnTo>
                          <a:cubicBezTo>
                            <a:pt x="2434924" y="647838"/>
                            <a:pt x="2248072" y="834690"/>
                            <a:pt x="2017579" y="83469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accent3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48" name="Group 147">
                    <a:extLst>
                      <a:ext uri="{FF2B5EF4-FFF2-40B4-BE49-F238E27FC236}">
                        <a16:creationId xmlns:a16="http://schemas.microsoft.com/office/drawing/2014/main" id="{30AD8211-481F-48CC-B634-093C0D2CE460}"/>
                      </a:ext>
                    </a:extLst>
                  </p:cNvPr>
                  <p:cNvGrpSpPr/>
                  <p:nvPr/>
                </p:nvGrpSpPr>
                <p:grpSpPr>
                  <a:xfrm>
                    <a:off x="299295" y="2006438"/>
                    <a:ext cx="2659166" cy="674157"/>
                    <a:chOff x="299295" y="2006438"/>
                    <a:chExt cx="2659166" cy="674157"/>
                  </a:xfrm>
                </p:grpSpPr>
                <p:sp>
                  <p:nvSpPr>
                    <p:cNvPr id="149" name="Rectangle: Rounded Corners 148">
                      <a:extLst>
                        <a:ext uri="{FF2B5EF4-FFF2-40B4-BE49-F238E27FC236}">
                          <a16:creationId xmlns:a16="http://schemas.microsoft.com/office/drawing/2014/main" id="{60375A77-72D4-4DE2-97AB-C405A4AE1D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9295" y="2006438"/>
                      <a:ext cx="2659166" cy="674157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248289DE-6F6E-4908-B634-F9F9DF84C3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809" y="2100853"/>
                      <a:ext cx="1852135" cy="485319"/>
                    </a:xfrm>
                    <a:prstGeom prst="rect">
                      <a:avLst/>
                    </a:prstGeom>
                  </p:spPr>
                  <p:txBody>
                    <a:bodyPr wrap="square" anchor="ctr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2">
                              <a:lumMod val="85000"/>
                              <a:lumOff val="15000"/>
                            </a:schemeClr>
                          </a:solidFill>
                          <a:latin typeface="Century Gothic" panose="020B0502020202020204" pitchFamily="34" charset="0"/>
                        </a:rPr>
                        <a:t>Grow</a:t>
                      </a:r>
                      <a:endParaRPr lang="en-IN" sz="1200" b="1" dirty="0">
                        <a:solidFill>
                          <a:schemeClr val="tx2">
                            <a:lumMod val="85000"/>
                            <a:lumOff val="15000"/>
                          </a:schemeClr>
                        </a:solidFill>
                        <a:latin typeface="Century Gothic" panose="020B0502020202020204" pitchFamily="34" charset="0"/>
                      </a:endParaRPr>
                    </a:p>
                  </p:txBody>
                </p:sp>
              </p:grpSp>
            </p:grpSp>
          </p:grp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49A34223-4986-4B54-BF90-E5841B00B5C1}"/>
                </a:ext>
              </a:extLst>
            </p:cNvPr>
            <p:cNvGrpSpPr/>
            <p:nvPr/>
          </p:nvGrpSpPr>
          <p:grpSpPr>
            <a:xfrm>
              <a:off x="451721" y="1586109"/>
              <a:ext cx="11395565" cy="4648847"/>
              <a:chOff x="451721" y="1586109"/>
              <a:chExt cx="11395565" cy="464884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CB75960-2EB5-4925-A41E-83DB6DCEBBF9}"/>
                  </a:ext>
                </a:extLst>
              </p:cNvPr>
              <p:cNvGrpSpPr/>
              <p:nvPr/>
            </p:nvGrpSpPr>
            <p:grpSpPr>
              <a:xfrm>
                <a:off x="4430486" y="5332985"/>
                <a:ext cx="7416800" cy="901971"/>
                <a:chOff x="3808986" y="5776645"/>
                <a:chExt cx="7133834" cy="699687"/>
              </a:xfrm>
            </p:grpSpPr>
            <p:sp>
              <p:nvSpPr>
                <p:cNvPr id="73" name="Left Brace 72">
                  <a:extLst>
                    <a:ext uri="{FF2B5EF4-FFF2-40B4-BE49-F238E27FC236}">
                      <a16:creationId xmlns:a16="http://schemas.microsoft.com/office/drawing/2014/main" id="{FC039CA1-5498-4D3B-81B8-54155C405AAE}"/>
                    </a:ext>
                  </a:extLst>
                </p:cNvPr>
                <p:cNvSpPr/>
                <p:nvPr/>
              </p:nvSpPr>
              <p:spPr>
                <a:xfrm rot="16200000">
                  <a:off x="7229252" y="2356379"/>
                  <a:ext cx="293301" cy="7133834"/>
                </a:xfrm>
                <a:prstGeom prst="leftBrace">
                  <a:avLst>
                    <a:gd name="adj1" fmla="val 50000"/>
                    <a:gd name="adj2" fmla="val 50000"/>
                  </a:avLst>
                </a:prstGeom>
                <a:ln w="6350"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1757C81A-EE50-46FD-B009-4DB41C322A5E}"/>
                    </a:ext>
                  </a:extLst>
                </p:cNvPr>
                <p:cNvSpPr/>
                <p:nvPr/>
              </p:nvSpPr>
              <p:spPr>
                <a:xfrm>
                  <a:off x="5632512" y="6068370"/>
                  <a:ext cx="3486780" cy="40796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IN" sz="1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cs typeface="Times New Roman" panose="02020603050405020304" pitchFamily="18" charset="0"/>
                    </a:rPr>
                    <a:t>Capture</a:t>
                  </a:r>
                </a:p>
              </p:txBody>
            </p:sp>
          </p:grpSp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23E2A34B-995B-49B0-957E-21D268CF953F}"/>
                  </a:ext>
                </a:extLst>
              </p:cNvPr>
              <p:cNvGrpSpPr/>
              <p:nvPr/>
            </p:nvGrpSpPr>
            <p:grpSpPr>
              <a:xfrm>
                <a:off x="451721" y="1586109"/>
                <a:ext cx="7430798" cy="800893"/>
                <a:chOff x="4090371" y="2870071"/>
                <a:chExt cx="14777543" cy="621277"/>
              </a:xfrm>
            </p:grpSpPr>
            <p:sp>
              <p:nvSpPr>
                <p:cNvPr id="156" name="Left Brace 155">
                  <a:extLst>
                    <a:ext uri="{FF2B5EF4-FFF2-40B4-BE49-F238E27FC236}">
                      <a16:creationId xmlns:a16="http://schemas.microsoft.com/office/drawing/2014/main" id="{444EDFC7-24A1-4A3C-9E06-FF7CF28680F2}"/>
                    </a:ext>
                  </a:extLst>
                </p:cNvPr>
                <p:cNvSpPr/>
                <p:nvPr/>
              </p:nvSpPr>
              <p:spPr>
                <a:xfrm rot="5400000">
                  <a:off x="11332492" y="-4044074"/>
                  <a:ext cx="293301" cy="14777543"/>
                </a:xfrm>
                <a:prstGeom prst="leftBrace">
                  <a:avLst>
                    <a:gd name="adj1" fmla="val 50000"/>
                    <a:gd name="adj2" fmla="val 50000"/>
                  </a:avLst>
                </a:prstGeom>
                <a:ln w="6350"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1DF64AB3-082E-4753-9FEE-5A9528B56DEE}"/>
                    </a:ext>
                  </a:extLst>
                </p:cNvPr>
                <p:cNvSpPr/>
                <p:nvPr/>
              </p:nvSpPr>
              <p:spPr>
                <a:xfrm>
                  <a:off x="9846377" y="2870071"/>
                  <a:ext cx="2493072" cy="30163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400" b="1" dirty="0">
                      <a:solidFill>
                        <a:schemeClr val="tx2">
                          <a:lumMod val="85000"/>
                          <a:lumOff val="15000"/>
                        </a:schemeClr>
                      </a:solidFill>
                      <a:latin typeface="Century Gothic" panose="020B0502020202020204" pitchFamily="34" charset="0"/>
                      <a:cs typeface="Times New Roman" panose="02020603050405020304" pitchFamily="18" charset="0"/>
                    </a:rPr>
                    <a:t>Fast Track</a:t>
                  </a:r>
                  <a:endParaRPr kumimoji="0" lang="en-I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85000"/>
                        <a:lumOff val="15000"/>
                      </a:schemeClr>
                    </a:solidFill>
                    <a:effectLst/>
                    <a:uLnTx/>
                    <a:uFillTx/>
                    <a:latin typeface="Century Gothic" panose="020B050202020202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2A2C0B9-B009-4181-923D-B35654C35446}"/>
              </a:ext>
            </a:extLst>
          </p:cNvPr>
          <p:cNvGrpSpPr/>
          <p:nvPr/>
        </p:nvGrpSpPr>
        <p:grpSpPr>
          <a:xfrm>
            <a:off x="3830362" y="1833141"/>
            <a:ext cx="4354460" cy="267240"/>
            <a:chOff x="3836571" y="2733636"/>
            <a:chExt cx="4354460" cy="267240"/>
          </a:xfrm>
        </p:grpSpPr>
        <p:sp>
          <p:nvSpPr>
            <p:cNvPr id="165" name="Arrow: Curved Down 164">
              <a:extLst>
                <a:ext uri="{FF2B5EF4-FFF2-40B4-BE49-F238E27FC236}">
                  <a16:creationId xmlns:a16="http://schemas.microsoft.com/office/drawing/2014/main" id="{55835F2C-6D8B-46E1-A7B5-B548170F49F2}"/>
                </a:ext>
              </a:extLst>
            </p:cNvPr>
            <p:cNvSpPr/>
            <p:nvPr/>
          </p:nvSpPr>
          <p:spPr>
            <a:xfrm>
              <a:off x="3836571" y="2733636"/>
              <a:ext cx="593914" cy="267240"/>
            </a:xfrm>
            <a:prstGeom prst="curvedDownArrow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6" name="Arrow: Curved Down 165">
              <a:extLst>
                <a:ext uri="{FF2B5EF4-FFF2-40B4-BE49-F238E27FC236}">
                  <a16:creationId xmlns:a16="http://schemas.microsoft.com/office/drawing/2014/main" id="{AAD091EC-8A15-4FB2-B7A8-B1C694D47DA7}"/>
                </a:ext>
              </a:extLst>
            </p:cNvPr>
            <p:cNvSpPr/>
            <p:nvPr/>
          </p:nvSpPr>
          <p:spPr>
            <a:xfrm>
              <a:off x="7597117" y="2733636"/>
              <a:ext cx="593914" cy="267240"/>
            </a:xfrm>
            <a:prstGeom prst="curvedDownArrow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B8C46EE1-EAA4-4DA6-B50F-17CA1C3F82D0}"/>
              </a:ext>
            </a:extLst>
          </p:cNvPr>
          <p:cNvGrpSpPr/>
          <p:nvPr/>
        </p:nvGrpSpPr>
        <p:grpSpPr>
          <a:xfrm>
            <a:off x="1820603" y="4681871"/>
            <a:ext cx="8482841" cy="267240"/>
            <a:chOff x="1826812" y="5582366"/>
            <a:chExt cx="8482841" cy="267240"/>
          </a:xfrm>
        </p:grpSpPr>
        <p:sp>
          <p:nvSpPr>
            <p:cNvPr id="167" name="Arrow: Curved Down 166">
              <a:extLst>
                <a:ext uri="{FF2B5EF4-FFF2-40B4-BE49-F238E27FC236}">
                  <a16:creationId xmlns:a16="http://schemas.microsoft.com/office/drawing/2014/main" id="{3BB2B778-BF8F-4215-A709-22C7A99139E8}"/>
                </a:ext>
              </a:extLst>
            </p:cNvPr>
            <p:cNvSpPr/>
            <p:nvPr/>
          </p:nvSpPr>
          <p:spPr>
            <a:xfrm flipV="1">
              <a:off x="1826812" y="5582366"/>
              <a:ext cx="593914" cy="267240"/>
            </a:xfrm>
            <a:prstGeom prst="curvedDownArrow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8" name="Arrow: Curved Down 167">
              <a:extLst>
                <a:ext uri="{FF2B5EF4-FFF2-40B4-BE49-F238E27FC236}">
                  <a16:creationId xmlns:a16="http://schemas.microsoft.com/office/drawing/2014/main" id="{DE102FF0-6C8A-4977-A08A-2220108BDA0C}"/>
                </a:ext>
              </a:extLst>
            </p:cNvPr>
            <p:cNvSpPr/>
            <p:nvPr/>
          </p:nvSpPr>
          <p:spPr>
            <a:xfrm flipV="1">
              <a:off x="5884732" y="5582366"/>
              <a:ext cx="593914" cy="267240"/>
            </a:xfrm>
            <a:prstGeom prst="curvedDownArrow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9" name="Arrow: Curved Down 168">
              <a:extLst>
                <a:ext uri="{FF2B5EF4-FFF2-40B4-BE49-F238E27FC236}">
                  <a16:creationId xmlns:a16="http://schemas.microsoft.com/office/drawing/2014/main" id="{9C43D0C4-6A2D-41DE-994A-4879A24D9E87}"/>
                </a:ext>
              </a:extLst>
            </p:cNvPr>
            <p:cNvSpPr/>
            <p:nvPr/>
          </p:nvSpPr>
          <p:spPr>
            <a:xfrm flipV="1">
              <a:off x="9715739" y="5582366"/>
              <a:ext cx="593914" cy="267240"/>
            </a:xfrm>
            <a:prstGeom prst="curvedDownArrow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2" name="Freeform: Shape 172">
            <a:extLst>
              <a:ext uri="{FF2B5EF4-FFF2-40B4-BE49-F238E27FC236}">
                <a16:creationId xmlns:a16="http://schemas.microsoft.com/office/drawing/2014/main" id="{24CF5A9C-1DC4-26FB-AF93-2686AC443484}"/>
              </a:ext>
            </a:extLst>
          </p:cNvPr>
          <p:cNvSpPr/>
          <p:nvPr/>
        </p:nvSpPr>
        <p:spPr>
          <a:xfrm>
            <a:off x="28209" y="0"/>
            <a:ext cx="6849208" cy="6849208"/>
          </a:xfrm>
          <a:custGeom>
            <a:avLst/>
            <a:gdLst>
              <a:gd name="connsiteX0" fmla="*/ 5143500 w 5143500"/>
              <a:gd name="connsiteY0" fmla="*/ 4707731 h 5143500"/>
              <a:gd name="connsiteX1" fmla="*/ 4722019 w 5143500"/>
              <a:gd name="connsiteY1" fmla="*/ 4707731 h 5143500"/>
              <a:gd name="connsiteX2" fmla="*/ 4722019 w 5143500"/>
              <a:gd name="connsiteY2" fmla="*/ 4293394 h 5143500"/>
              <a:gd name="connsiteX3" fmla="*/ 4914900 w 5143500"/>
              <a:gd name="connsiteY3" fmla="*/ 4293394 h 5143500"/>
              <a:gd name="connsiteX4" fmla="*/ 4914900 w 5143500"/>
              <a:gd name="connsiteY4" fmla="*/ 4279106 h 5143500"/>
              <a:gd name="connsiteX5" fmla="*/ 4722019 w 5143500"/>
              <a:gd name="connsiteY5" fmla="*/ 4279106 h 5143500"/>
              <a:gd name="connsiteX6" fmla="*/ 4722019 w 5143500"/>
              <a:gd name="connsiteY6" fmla="*/ 1971675 h 5143500"/>
              <a:gd name="connsiteX7" fmla="*/ 4707731 w 5143500"/>
              <a:gd name="connsiteY7" fmla="*/ 1971675 h 5143500"/>
              <a:gd name="connsiteX8" fmla="*/ 4707731 w 5143500"/>
              <a:gd name="connsiteY8" fmla="*/ 4279106 h 5143500"/>
              <a:gd name="connsiteX9" fmla="*/ 4293394 w 5143500"/>
              <a:gd name="connsiteY9" fmla="*/ 4279106 h 5143500"/>
              <a:gd name="connsiteX10" fmla="*/ 4293394 w 5143500"/>
              <a:gd name="connsiteY10" fmla="*/ 3864769 h 5143500"/>
              <a:gd name="connsiteX11" fmla="*/ 4614863 w 5143500"/>
              <a:gd name="connsiteY11" fmla="*/ 3864769 h 5143500"/>
              <a:gd name="connsiteX12" fmla="*/ 4614863 w 5143500"/>
              <a:gd name="connsiteY12" fmla="*/ 3850481 h 5143500"/>
              <a:gd name="connsiteX13" fmla="*/ 4293394 w 5143500"/>
              <a:gd name="connsiteY13" fmla="*/ 3850481 h 5143500"/>
              <a:gd name="connsiteX14" fmla="*/ 4293394 w 5143500"/>
              <a:gd name="connsiteY14" fmla="*/ 3436144 h 5143500"/>
              <a:gd name="connsiteX15" fmla="*/ 4457700 w 5143500"/>
              <a:gd name="connsiteY15" fmla="*/ 3436144 h 5143500"/>
              <a:gd name="connsiteX16" fmla="*/ 4457700 w 5143500"/>
              <a:gd name="connsiteY16" fmla="*/ 3421856 h 5143500"/>
              <a:gd name="connsiteX17" fmla="*/ 4293394 w 5143500"/>
              <a:gd name="connsiteY17" fmla="*/ 3421856 h 5143500"/>
              <a:gd name="connsiteX18" fmla="*/ 4293394 w 5143500"/>
              <a:gd name="connsiteY18" fmla="*/ 1774508 h 5143500"/>
              <a:gd name="connsiteX19" fmla="*/ 4279106 w 5143500"/>
              <a:gd name="connsiteY19" fmla="*/ 1774508 h 5143500"/>
              <a:gd name="connsiteX20" fmla="*/ 4279106 w 5143500"/>
              <a:gd name="connsiteY20" fmla="*/ 3421856 h 5143500"/>
              <a:gd name="connsiteX21" fmla="*/ 3864769 w 5143500"/>
              <a:gd name="connsiteY21" fmla="*/ 3421856 h 5143500"/>
              <a:gd name="connsiteX22" fmla="*/ 3864769 w 5143500"/>
              <a:gd name="connsiteY22" fmla="*/ 3007519 h 5143500"/>
              <a:gd name="connsiteX23" fmla="*/ 4229100 w 5143500"/>
              <a:gd name="connsiteY23" fmla="*/ 3007519 h 5143500"/>
              <a:gd name="connsiteX24" fmla="*/ 4229100 w 5143500"/>
              <a:gd name="connsiteY24" fmla="*/ 2993231 h 5143500"/>
              <a:gd name="connsiteX25" fmla="*/ 3864769 w 5143500"/>
              <a:gd name="connsiteY25" fmla="*/ 2993231 h 5143500"/>
              <a:gd name="connsiteX26" fmla="*/ 3864769 w 5143500"/>
              <a:gd name="connsiteY26" fmla="*/ 2578894 h 5143500"/>
              <a:gd name="connsiteX27" fmla="*/ 4000500 w 5143500"/>
              <a:gd name="connsiteY27" fmla="*/ 2578894 h 5143500"/>
              <a:gd name="connsiteX28" fmla="*/ 4000500 w 5143500"/>
              <a:gd name="connsiteY28" fmla="*/ 2564606 h 5143500"/>
              <a:gd name="connsiteX29" fmla="*/ 3864769 w 5143500"/>
              <a:gd name="connsiteY29" fmla="*/ 2564606 h 5143500"/>
              <a:gd name="connsiteX30" fmla="*/ 3864769 w 5143500"/>
              <a:gd name="connsiteY30" fmla="*/ 1577340 h 5143500"/>
              <a:gd name="connsiteX31" fmla="*/ 3850481 w 5143500"/>
              <a:gd name="connsiteY31" fmla="*/ 1577340 h 5143500"/>
              <a:gd name="connsiteX32" fmla="*/ 3850481 w 5143500"/>
              <a:gd name="connsiteY32" fmla="*/ 2564606 h 5143500"/>
              <a:gd name="connsiteX33" fmla="*/ 3436144 w 5143500"/>
              <a:gd name="connsiteY33" fmla="*/ 2564606 h 5143500"/>
              <a:gd name="connsiteX34" fmla="*/ 3436144 w 5143500"/>
              <a:gd name="connsiteY34" fmla="*/ 2150269 h 5143500"/>
              <a:gd name="connsiteX35" fmla="*/ 3771900 w 5143500"/>
              <a:gd name="connsiteY35" fmla="*/ 2150269 h 5143500"/>
              <a:gd name="connsiteX36" fmla="*/ 3771900 w 5143500"/>
              <a:gd name="connsiteY36" fmla="*/ 2135981 h 5143500"/>
              <a:gd name="connsiteX37" fmla="*/ 3436144 w 5143500"/>
              <a:gd name="connsiteY37" fmla="*/ 2135981 h 5143500"/>
              <a:gd name="connsiteX38" fmla="*/ 3436144 w 5143500"/>
              <a:gd name="connsiteY38" fmla="*/ 1721644 h 5143500"/>
              <a:gd name="connsiteX39" fmla="*/ 3543300 w 5143500"/>
              <a:gd name="connsiteY39" fmla="*/ 1721644 h 5143500"/>
              <a:gd name="connsiteX40" fmla="*/ 3543300 w 5143500"/>
              <a:gd name="connsiteY40" fmla="*/ 1707356 h 5143500"/>
              <a:gd name="connsiteX41" fmla="*/ 3436144 w 5143500"/>
              <a:gd name="connsiteY41" fmla="*/ 1707356 h 5143500"/>
              <a:gd name="connsiteX42" fmla="*/ 3436144 w 5143500"/>
              <a:gd name="connsiteY42" fmla="*/ 1380173 h 5143500"/>
              <a:gd name="connsiteX43" fmla="*/ 3421856 w 5143500"/>
              <a:gd name="connsiteY43" fmla="*/ 1380173 h 5143500"/>
              <a:gd name="connsiteX44" fmla="*/ 3421856 w 5143500"/>
              <a:gd name="connsiteY44" fmla="*/ 1707356 h 5143500"/>
              <a:gd name="connsiteX45" fmla="*/ 3007519 w 5143500"/>
              <a:gd name="connsiteY45" fmla="*/ 1707356 h 5143500"/>
              <a:gd name="connsiteX46" fmla="*/ 3007519 w 5143500"/>
              <a:gd name="connsiteY46" fmla="*/ 1293019 h 5143500"/>
              <a:gd name="connsiteX47" fmla="*/ 3314700 w 5143500"/>
              <a:gd name="connsiteY47" fmla="*/ 1293019 h 5143500"/>
              <a:gd name="connsiteX48" fmla="*/ 3314700 w 5143500"/>
              <a:gd name="connsiteY48" fmla="*/ 1278731 h 5143500"/>
              <a:gd name="connsiteX49" fmla="*/ 3007519 w 5143500"/>
              <a:gd name="connsiteY49" fmla="*/ 1278731 h 5143500"/>
              <a:gd name="connsiteX50" fmla="*/ 3007519 w 5143500"/>
              <a:gd name="connsiteY50" fmla="*/ 1183005 h 5143500"/>
              <a:gd name="connsiteX51" fmla="*/ 2993231 w 5143500"/>
              <a:gd name="connsiteY51" fmla="*/ 1183005 h 5143500"/>
              <a:gd name="connsiteX52" fmla="*/ 2993231 w 5143500"/>
              <a:gd name="connsiteY52" fmla="*/ 1278731 h 5143500"/>
              <a:gd name="connsiteX53" fmla="*/ 2578894 w 5143500"/>
              <a:gd name="connsiteY53" fmla="*/ 1278731 h 5143500"/>
              <a:gd name="connsiteX54" fmla="*/ 2578894 w 5143500"/>
              <a:gd name="connsiteY54" fmla="*/ 985838 h 5143500"/>
              <a:gd name="connsiteX55" fmla="*/ 2564606 w 5143500"/>
              <a:gd name="connsiteY55" fmla="*/ 985838 h 5143500"/>
              <a:gd name="connsiteX56" fmla="*/ 2564606 w 5143500"/>
              <a:gd name="connsiteY56" fmla="*/ 1278731 h 5143500"/>
              <a:gd name="connsiteX57" fmla="*/ 2150269 w 5143500"/>
              <a:gd name="connsiteY57" fmla="*/ 1278731 h 5143500"/>
              <a:gd name="connsiteX58" fmla="*/ 2150269 w 5143500"/>
              <a:gd name="connsiteY58" fmla="*/ 864394 h 5143500"/>
              <a:gd name="connsiteX59" fmla="*/ 3086100 w 5143500"/>
              <a:gd name="connsiteY59" fmla="*/ 864394 h 5143500"/>
              <a:gd name="connsiteX60" fmla="*/ 3086100 w 5143500"/>
              <a:gd name="connsiteY60" fmla="*/ 850106 h 5143500"/>
              <a:gd name="connsiteX61" fmla="*/ 2150269 w 5143500"/>
              <a:gd name="connsiteY61" fmla="*/ 850106 h 5143500"/>
              <a:gd name="connsiteX62" fmla="*/ 2150269 w 5143500"/>
              <a:gd name="connsiteY62" fmla="*/ 788670 h 5143500"/>
              <a:gd name="connsiteX63" fmla="*/ 2135981 w 5143500"/>
              <a:gd name="connsiteY63" fmla="*/ 788670 h 5143500"/>
              <a:gd name="connsiteX64" fmla="*/ 2135981 w 5143500"/>
              <a:gd name="connsiteY64" fmla="*/ 850106 h 5143500"/>
              <a:gd name="connsiteX65" fmla="*/ 1721644 w 5143500"/>
              <a:gd name="connsiteY65" fmla="*/ 850106 h 5143500"/>
              <a:gd name="connsiteX66" fmla="*/ 1721644 w 5143500"/>
              <a:gd name="connsiteY66" fmla="*/ 591503 h 5143500"/>
              <a:gd name="connsiteX67" fmla="*/ 1707356 w 5143500"/>
              <a:gd name="connsiteY67" fmla="*/ 591503 h 5143500"/>
              <a:gd name="connsiteX68" fmla="*/ 1707356 w 5143500"/>
              <a:gd name="connsiteY68" fmla="*/ 850106 h 5143500"/>
              <a:gd name="connsiteX69" fmla="*/ 1293019 w 5143500"/>
              <a:gd name="connsiteY69" fmla="*/ 850106 h 5143500"/>
              <a:gd name="connsiteX70" fmla="*/ 1293019 w 5143500"/>
              <a:gd name="connsiteY70" fmla="*/ 435769 h 5143500"/>
              <a:gd name="connsiteX71" fmla="*/ 2857500 w 5143500"/>
              <a:gd name="connsiteY71" fmla="*/ 435769 h 5143500"/>
              <a:gd name="connsiteX72" fmla="*/ 2857500 w 5143500"/>
              <a:gd name="connsiteY72" fmla="*/ 421481 h 5143500"/>
              <a:gd name="connsiteX73" fmla="*/ 1293019 w 5143500"/>
              <a:gd name="connsiteY73" fmla="*/ 421481 h 5143500"/>
              <a:gd name="connsiteX74" fmla="*/ 1293019 w 5143500"/>
              <a:gd name="connsiteY74" fmla="*/ 394335 h 5143500"/>
              <a:gd name="connsiteX75" fmla="*/ 1278731 w 5143500"/>
              <a:gd name="connsiteY75" fmla="*/ 394335 h 5143500"/>
              <a:gd name="connsiteX76" fmla="*/ 1278731 w 5143500"/>
              <a:gd name="connsiteY76" fmla="*/ 421481 h 5143500"/>
              <a:gd name="connsiteX77" fmla="*/ 864394 w 5143500"/>
              <a:gd name="connsiteY77" fmla="*/ 421481 h 5143500"/>
              <a:gd name="connsiteX78" fmla="*/ 864394 w 5143500"/>
              <a:gd name="connsiteY78" fmla="*/ 197168 h 5143500"/>
              <a:gd name="connsiteX79" fmla="*/ 850106 w 5143500"/>
              <a:gd name="connsiteY79" fmla="*/ 197168 h 5143500"/>
              <a:gd name="connsiteX80" fmla="*/ 850106 w 5143500"/>
              <a:gd name="connsiteY80" fmla="*/ 421481 h 5143500"/>
              <a:gd name="connsiteX81" fmla="*/ 435769 w 5143500"/>
              <a:gd name="connsiteY81" fmla="*/ 421481 h 5143500"/>
              <a:gd name="connsiteX82" fmla="*/ 435769 w 5143500"/>
              <a:gd name="connsiteY82" fmla="*/ 0 h 5143500"/>
              <a:gd name="connsiteX83" fmla="*/ 421481 w 5143500"/>
              <a:gd name="connsiteY83" fmla="*/ 0 h 5143500"/>
              <a:gd name="connsiteX84" fmla="*/ 421481 w 5143500"/>
              <a:gd name="connsiteY84" fmla="*/ 421481 h 5143500"/>
              <a:gd name="connsiteX85" fmla="*/ 0 w 5143500"/>
              <a:gd name="connsiteY85" fmla="*/ 421481 h 5143500"/>
              <a:gd name="connsiteX86" fmla="*/ 0 w 5143500"/>
              <a:gd name="connsiteY86" fmla="*/ 435769 h 5143500"/>
              <a:gd name="connsiteX87" fmla="*/ 421481 w 5143500"/>
              <a:gd name="connsiteY87" fmla="*/ 435769 h 5143500"/>
              <a:gd name="connsiteX88" fmla="*/ 421481 w 5143500"/>
              <a:gd name="connsiteY88" fmla="*/ 850106 h 5143500"/>
              <a:gd name="connsiteX89" fmla="*/ 248603 w 5143500"/>
              <a:gd name="connsiteY89" fmla="*/ 850106 h 5143500"/>
              <a:gd name="connsiteX90" fmla="*/ 248603 w 5143500"/>
              <a:gd name="connsiteY90" fmla="*/ 864394 h 5143500"/>
              <a:gd name="connsiteX91" fmla="*/ 421481 w 5143500"/>
              <a:gd name="connsiteY91" fmla="*/ 864394 h 5143500"/>
              <a:gd name="connsiteX92" fmla="*/ 421481 w 5143500"/>
              <a:gd name="connsiteY92" fmla="*/ 2657475 h 5143500"/>
              <a:gd name="connsiteX93" fmla="*/ 435769 w 5143500"/>
              <a:gd name="connsiteY93" fmla="*/ 2657475 h 5143500"/>
              <a:gd name="connsiteX94" fmla="*/ 435769 w 5143500"/>
              <a:gd name="connsiteY94" fmla="*/ 864394 h 5143500"/>
              <a:gd name="connsiteX95" fmla="*/ 850106 w 5143500"/>
              <a:gd name="connsiteY95" fmla="*/ 864394 h 5143500"/>
              <a:gd name="connsiteX96" fmla="*/ 850106 w 5143500"/>
              <a:gd name="connsiteY96" fmla="*/ 1278731 h 5143500"/>
              <a:gd name="connsiteX97" fmla="*/ 497205 w 5143500"/>
              <a:gd name="connsiteY97" fmla="*/ 1278731 h 5143500"/>
              <a:gd name="connsiteX98" fmla="*/ 497205 w 5143500"/>
              <a:gd name="connsiteY98" fmla="*/ 1293019 h 5143500"/>
              <a:gd name="connsiteX99" fmla="*/ 850106 w 5143500"/>
              <a:gd name="connsiteY99" fmla="*/ 1293019 h 5143500"/>
              <a:gd name="connsiteX100" fmla="*/ 850106 w 5143500"/>
              <a:gd name="connsiteY100" fmla="*/ 1707356 h 5143500"/>
              <a:gd name="connsiteX101" fmla="*/ 745807 w 5143500"/>
              <a:gd name="connsiteY101" fmla="*/ 1707356 h 5143500"/>
              <a:gd name="connsiteX102" fmla="*/ 745807 w 5143500"/>
              <a:gd name="connsiteY102" fmla="*/ 1721644 h 5143500"/>
              <a:gd name="connsiteX103" fmla="*/ 850106 w 5143500"/>
              <a:gd name="connsiteY103" fmla="*/ 1721644 h 5143500"/>
              <a:gd name="connsiteX104" fmla="*/ 850106 w 5143500"/>
              <a:gd name="connsiteY104" fmla="*/ 2906078 h 5143500"/>
              <a:gd name="connsiteX105" fmla="*/ 864394 w 5143500"/>
              <a:gd name="connsiteY105" fmla="*/ 2906078 h 5143500"/>
              <a:gd name="connsiteX106" fmla="*/ 864394 w 5143500"/>
              <a:gd name="connsiteY106" fmla="*/ 1721644 h 5143500"/>
              <a:gd name="connsiteX107" fmla="*/ 1278731 w 5143500"/>
              <a:gd name="connsiteY107" fmla="*/ 1721644 h 5143500"/>
              <a:gd name="connsiteX108" fmla="*/ 1278731 w 5143500"/>
              <a:gd name="connsiteY108" fmla="*/ 2135981 h 5143500"/>
              <a:gd name="connsiteX109" fmla="*/ 994410 w 5143500"/>
              <a:gd name="connsiteY109" fmla="*/ 2135981 h 5143500"/>
              <a:gd name="connsiteX110" fmla="*/ 994410 w 5143500"/>
              <a:gd name="connsiteY110" fmla="*/ 2150269 h 5143500"/>
              <a:gd name="connsiteX111" fmla="*/ 1278731 w 5143500"/>
              <a:gd name="connsiteY111" fmla="*/ 2150269 h 5143500"/>
              <a:gd name="connsiteX112" fmla="*/ 1278731 w 5143500"/>
              <a:gd name="connsiteY112" fmla="*/ 2564606 h 5143500"/>
              <a:gd name="connsiteX113" fmla="*/ 1243013 w 5143500"/>
              <a:gd name="connsiteY113" fmla="*/ 2564606 h 5143500"/>
              <a:gd name="connsiteX114" fmla="*/ 1243013 w 5143500"/>
              <a:gd name="connsiteY114" fmla="*/ 2578894 h 5143500"/>
              <a:gd name="connsiteX115" fmla="*/ 1278731 w 5143500"/>
              <a:gd name="connsiteY115" fmla="*/ 2578894 h 5143500"/>
              <a:gd name="connsiteX116" fmla="*/ 1278731 w 5143500"/>
              <a:gd name="connsiteY116" fmla="*/ 3154680 h 5143500"/>
              <a:gd name="connsiteX117" fmla="*/ 1293019 w 5143500"/>
              <a:gd name="connsiteY117" fmla="*/ 3154680 h 5143500"/>
              <a:gd name="connsiteX118" fmla="*/ 1293019 w 5143500"/>
              <a:gd name="connsiteY118" fmla="*/ 2578894 h 5143500"/>
              <a:gd name="connsiteX119" fmla="*/ 1707356 w 5143500"/>
              <a:gd name="connsiteY119" fmla="*/ 2578894 h 5143500"/>
              <a:gd name="connsiteX120" fmla="*/ 1707356 w 5143500"/>
              <a:gd name="connsiteY120" fmla="*/ 2993231 h 5143500"/>
              <a:gd name="connsiteX121" fmla="*/ 1491615 w 5143500"/>
              <a:gd name="connsiteY121" fmla="*/ 2993231 h 5143500"/>
              <a:gd name="connsiteX122" fmla="*/ 1491615 w 5143500"/>
              <a:gd name="connsiteY122" fmla="*/ 3007519 h 5143500"/>
              <a:gd name="connsiteX123" fmla="*/ 1707356 w 5143500"/>
              <a:gd name="connsiteY123" fmla="*/ 3007519 h 5143500"/>
              <a:gd name="connsiteX124" fmla="*/ 1707356 w 5143500"/>
              <a:gd name="connsiteY124" fmla="*/ 3403283 h 5143500"/>
              <a:gd name="connsiteX125" fmla="*/ 1721644 w 5143500"/>
              <a:gd name="connsiteY125" fmla="*/ 3403283 h 5143500"/>
              <a:gd name="connsiteX126" fmla="*/ 1721644 w 5143500"/>
              <a:gd name="connsiteY126" fmla="*/ 3007519 h 5143500"/>
              <a:gd name="connsiteX127" fmla="*/ 2135981 w 5143500"/>
              <a:gd name="connsiteY127" fmla="*/ 3007519 h 5143500"/>
              <a:gd name="connsiteX128" fmla="*/ 2135981 w 5143500"/>
              <a:gd name="connsiteY128" fmla="*/ 3421856 h 5143500"/>
              <a:gd name="connsiteX129" fmla="*/ 1740218 w 5143500"/>
              <a:gd name="connsiteY129" fmla="*/ 3421856 h 5143500"/>
              <a:gd name="connsiteX130" fmla="*/ 1740218 w 5143500"/>
              <a:gd name="connsiteY130" fmla="*/ 3436144 h 5143500"/>
              <a:gd name="connsiteX131" fmla="*/ 2135981 w 5143500"/>
              <a:gd name="connsiteY131" fmla="*/ 3436144 h 5143500"/>
              <a:gd name="connsiteX132" fmla="*/ 2135981 w 5143500"/>
              <a:gd name="connsiteY132" fmla="*/ 3651885 h 5143500"/>
              <a:gd name="connsiteX133" fmla="*/ 2150269 w 5143500"/>
              <a:gd name="connsiteY133" fmla="*/ 3651885 h 5143500"/>
              <a:gd name="connsiteX134" fmla="*/ 2150269 w 5143500"/>
              <a:gd name="connsiteY134" fmla="*/ 3436144 h 5143500"/>
              <a:gd name="connsiteX135" fmla="*/ 2564606 w 5143500"/>
              <a:gd name="connsiteY135" fmla="*/ 3436144 h 5143500"/>
              <a:gd name="connsiteX136" fmla="*/ 2564606 w 5143500"/>
              <a:gd name="connsiteY136" fmla="*/ 3850481 h 5143500"/>
              <a:gd name="connsiteX137" fmla="*/ 1988820 w 5143500"/>
              <a:gd name="connsiteY137" fmla="*/ 3850481 h 5143500"/>
              <a:gd name="connsiteX138" fmla="*/ 1988820 w 5143500"/>
              <a:gd name="connsiteY138" fmla="*/ 3864769 h 5143500"/>
              <a:gd name="connsiteX139" fmla="*/ 2564606 w 5143500"/>
              <a:gd name="connsiteY139" fmla="*/ 3864769 h 5143500"/>
              <a:gd name="connsiteX140" fmla="*/ 2564606 w 5143500"/>
              <a:gd name="connsiteY140" fmla="*/ 3900488 h 5143500"/>
              <a:gd name="connsiteX141" fmla="*/ 2578894 w 5143500"/>
              <a:gd name="connsiteY141" fmla="*/ 3900488 h 5143500"/>
              <a:gd name="connsiteX142" fmla="*/ 2578894 w 5143500"/>
              <a:gd name="connsiteY142" fmla="*/ 3864769 h 5143500"/>
              <a:gd name="connsiteX143" fmla="*/ 2993231 w 5143500"/>
              <a:gd name="connsiteY143" fmla="*/ 3864769 h 5143500"/>
              <a:gd name="connsiteX144" fmla="*/ 2993231 w 5143500"/>
              <a:gd name="connsiteY144" fmla="*/ 4149090 h 5143500"/>
              <a:gd name="connsiteX145" fmla="*/ 3007519 w 5143500"/>
              <a:gd name="connsiteY145" fmla="*/ 4149090 h 5143500"/>
              <a:gd name="connsiteX146" fmla="*/ 3007519 w 5143500"/>
              <a:gd name="connsiteY146" fmla="*/ 3864769 h 5143500"/>
              <a:gd name="connsiteX147" fmla="*/ 3421856 w 5143500"/>
              <a:gd name="connsiteY147" fmla="*/ 3864769 h 5143500"/>
              <a:gd name="connsiteX148" fmla="*/ 3421856 w 5143500"/>
              <a:gd name="connsiteY148" fmla="*/ 4279106 h 5143500"/>
              <a:gd name="connsiteX149" fmla="*/ 2237423 w 5143500"/>
              <a:gd name="connsiteY149" fmla="*/ 4279106 h 5143500"/>
              <a:gd name="connsiteX150" fmla="*/ 2237423 w 5143500"/>
              <a:gd name="connsiteY150" fmla="*/ 4293394 h 5143500"/>
              <a:gd name="connsiteX151" fmla="*/ 3421856 w 5143500"/>
              <a:gd name="connsiteY151" fmla="*/ 4293394 h 5143500"/>
              <a:gd name="connsiteX152" fmla="*/ 3421856 w 5143500"/>
              <a:gd name="connsiteY152" fmla="*/ 4397693 h 5143500"/>
              <a:gd name="connsiteX153" fmla="*/ 3436144 w 5143500"/>
              <a:gd name="connsiteY153" fmla="*/ 4397693 h 5143500"/>
              <a:gd name="connsiteX154" fmla="*/ 3436144 w 5143500"/>
              <a:gd name="connsiteY154" fmla="*/ 4293394 h 5143500"/>
              <a:gd name="connsiteX155" fmla="*/ 3850481 w 5143500"/>
              <a:gd name="connsiteY155" fmla="*/ 4293394 h 5143500"/>
              <a:gd name="connsiteX156" fmla="*/ 3850481 w 5143500"/>
              <a:gd name="connsiteY156" fmla="*/ 4646295 h 5143500"/>
              <a:gd name="connsiteX157" fmla="*/ 3864769 w 5143500"/>
              <a:gd name="connsiteY157" fmla="*/ 4646295 h 5143500"/>
              <a:gd name="connsiteX158" fmla="*/ 3864769 w 5143500"/>
              <a:gd name="connsiteY158" fmla="*/ 4293394 h 5143500"/>
              <a:gd name="connsiteX159" fmla="*/ 4279106 w 5143500"/>
              <a:gd name="connsiteY159" fmla="*/ 4293394 h 5143500"/>
              <a:gd name="connsiteX160" fmla="*/ 4279106 w 5143500"/>
              <a:gd name="connsiteY160" fmla="*/ 4707731 h 5143500"/>
              <a:gd name="connsiteX161" fmla="*/ 2486025 w 5143500"/>
              <a:gd name="connsiteY161" fmla="*/ 4707731 h 5143500"/>
              <a:gd name="connsiteX162" fmla="*/ 2486025 w 5143500"/>
              <a:gd name="connsiteY162" fmla="*/ 4722019 h 5143500"/>
              <a:gd name="connsiteX163" fmla="*/ 4279106 w 5143500"/>
              <a:gd name="connsiteY163" fmla="*/ 4722019 h 5143500"/>
              <a:gd name="connsiteX164" fmla="*/ 4279106 w 5143500"/>
              <a:gd name="connsiteY164" fmla="*/ 4894898 h 5143500"/>
              <a:gd name="connsiteX165" fmla="*/ 4293394 w 5143500"/>
              <a:gd name="connsiteY165" fmla="*/ 4894898 h 5143500"/>
              <a:gd name="connsiteX166" fmla="*/ 4293394 w 5143500"/>
              <a:gd name="connsiteY166" fmla="*/ 4722019 h 5143500"/>
              <a:gd name="connsiteX167" fmla="*/ 4707731 w 5143500"/>
              <a:gd name="connsiteY167" fmla="*/ 4722019 h 5143500"/>
              <a:gd name="connsiteX168" fmla="*/ 4707731 w 5143500"/>
              <a:gd name="connsiteY168" fmla="*/ 5143500 h 5143500"/>
              <a:gd name="connsiteX169" fmla="*/ 4722019 w 5143500"/>
              <a:gd name="connsiteY169" fmla="*/ 5143500 h 5143500"/>
              <a:gd name="connsiteX170" fmla="*/ 4722019 w 5143500"/>
              <a:gd name="connsiteY170" fmla="*/ 4722019 h 5143500"/>
              <a:gd name="connsiteX171" fmla="*/ 5143500 w 5143500"/>
              <a:gd name="connsiteY171" fmla="*/ 4722019 h 5143500"/>
              <a:gd name="connsiteX172" fmla="*/ 5143500 w 5143500"/>
              <a:gd name="connsiteY172" fmla="*/ 4707731 h 5143500"/>
              <a:gd name="connsiteX173" fmla="*/ 4279106 w 5143500"/>
              <a:gd name="connsiteY173" fmla="*/ 3436144 h 5143500"/>
              <a:gd name="connsiteX174" fmla="*/ 4279106 w 5143500"/>
              <a:gd name="connsiteY174" fmla="*/ 3850481 h 5143500"/>
              <a:gd name="connsiteX175" fmla="*/ 3864769 w 5143500"/>
              <a:gd name="connsiteY175" fmla="*/ 3850481 h 5143500"/>
              <a:gd name="connsiteX176" fmla="*/ 3864769 w 5143500"/>
              <a:gd name="connsiteY176" fmla="*/ 3436144 h 5143500"/>
              <a:gd name="connsiteX177" fmla="*/ 4279106 w 5143500"/>
              <a:gd name="connsiteY177" fmla="*/ 3436144 h 5143500"/>
              <a:gd name="connsiteX178" fmla="*/ 3850481 w 5143500"/>
              <a:gd name="connsiteY178" fmla="*/ 3850481 h 5143500"/>
              <a:gd name="connsiteX179" fmla="*/ 3436144 w 5143500"/>
              <a:gd name="connsiteY179" fmla="*/ 3850481 h 5143500"/>
              <a:gd name="connsiteX180" fmla="*/ 3436144 w 5143500"/>
              <a:gd name="connsiteY180" fmla="*/ 3436144 h 5143500"/>
              <a:gd name="connsiteX181" fmla="*/ 3850481 w 5143500"/>
              <a:gd name="connsiteY181" fmla="*/ 3436144 h 5143500"/>
              <a:gd name="connsiteX182" fmla="*/ 3850481 w 5143500"/>
              <a:gd name="connsiteY182" fmla="*/ 3850481 h 5143500"/>
              <a:gd name="connsiteX183" fmla="*/ 3850481 w 5143500"/>
              <a:gd name="connsiteY183" fmla="*/ 3421856 h 5143500"/>
              <a:gd name="connsiteX184" fmla="*/ 3436144 w 5143500"/>
              <a:gd name="connsiteY184" fmla="*/ 3421856 h 5143500"/>
              <a:gd name="connsiteX185" fmla="*/ 3436144 w 5143500"/>
              <a:gd name="connsiteY185" fmla="*/ 3007519 h 5143500"/>
              <a:gd name="connsiteX186" fmla="*/ 3850481 w 5143500"/>
              <a:gd name="connsiteY186" fmla="*/ 3007519 h 5143500"/>
              <a:gd name="connsiteX187" fmla="*/ 3850481 w 5143500"/>
              <a:gd name="connsiteY187" fmla="*/ 3421856 h 5143500"/>
              <a:gd name="connsiteX188" fmla="*/ 1721644 w 5143500"/>
              <a:gd name="connsiteY188" fmla="*/ 1293019 h 5143500"/>
              <a:gd name="connsiteX189" fmla="*/ 2135981 w 5143500"/>
              <a:gd name="connsiteY189" fmla="*/ 1293019 h 5143500"/>
              <a:gd name="connsiteX190" fmla="*/ 2135981 w 5143500"/>
              <a:gd name="connsiteY190" fmla="*/ 1707356 h 5143500"/>
              <a:gd name="connsiteX191" fmla="*/ 1721644 w 5143500"/>
              <a:gd name="connsiteY191" fmla="*/ 1707356 h 5143500"/>
              <a:gd name="connsiteX192" fmla="*/ 1721644 w 5143500"/>
              <a:gd name="connsiteY192" fmla="*/ 1293019 h 5143500"/>
              <a:gd name="connsiteX193" fmla="*/ 1707356 w 5143500"/>
              <a:gd name="connsiteY193" fmla="*/ 1707356 h 5143500"/>
              <a:gd name="connsiteX194" fmla="*/ 1293019 w 5143500"/>
              <a:gd name="connsiteY194" fmla="*/ 1707356 h 5143500"/>
              <a:gd name="connsiteX195" fmla="*/ 1293019 w 5143500"/>
              <a:gd name="connsiteY195" fmla="*/ 1293019 h 5143500"/>
              <a:gd name="connsiteX196" fmla="*/ 1707356 w 5143500"/>
              <a:gd name="connsiteY196" fmla="*/ 1293019 h 5143500"/>
              <a:gd name="connsiteX197" fmla="*/ 1707356 w 5143500"/>
              <a:gd name="connsiteY197" fmla="*/ 1707356 h 5143500"/>
              <a:gd name="connsiteX198" fmla="*/ 2135981 w 5143500"/>
              <a:gd name="connsiteY198" fmla="*/ 1721644 h 5143500"/>
              <a:gd name="connsiteX199" fmla="*/ 2135981 w 5143500"/>
              <a:gd name="connsiteY199" fmla="*/ 2135981 h 5143500"/>
              <a:gd name="connsiteX200" fmla="*/ 1721644 w 5143500"/>
              <a:gd name="connsiteY200" fmla="*/ 2135981 h 5143500"/>
              <a:gd name="connsiteX201" fmla="*/ 1721644 w 5143500"/>
              <a:gd name="connsiteY201" fmla="*/ 1721644 h 5143500"/>
              <a:gd name="connsiteX202" fmla="*/ 2135981 w 5143500"/>
              <a:gd name="connsiteY202" fmla="*/ 1721644 h 5143500"/>
              <a:gd name="connsiteX203" fmla="*/ 2578894 w 5143500"/>
              <a:gd name="connsiteY203" fmla="*/ 2135981 h 5143500"/>
              <a:gd name="connsiteX204" fmla="*/ 2578894 w 5143500"/>
              <a:gd name="connsiteY204" fmla="*/ 1721644 h 5143500"/>
              <a:gd name="connsiteX205" fmla="*/ 2993231 w 5143500"/>
              <a:gd name="connsiteY205" fmla="*/ 1721644 h 5143500"/>
              <a:gd name="connsiteX206" fmla="*/ 2993231 w 5143500"/>
              <a:gd name="connsiteY206" fmla="*/ 2135981 h 5143500"/>
              <a:gd name="connsiteX207" fmla="*/ 2578894 w 5143500"/>
              <a:gd name="connsiteY207" fmla="*/ 2135981 h 5143500"/>
              <a:gd name="connsiteX208" fmla="*/ 2993231 w 5143500"/>
              <a:gd name="connsiteY208" fmla="*/ 2150269 h 5143500"/>
              <a:gd name="connsiteX209" fmla="*/ 2993231 w 5143500"/>
              <a:gd name="connsiteY209" fmla="*/ 2564606 h 5143500"/>
              <a:gd name="connsiteX210" fmla="*/ 2578894 w 5143500"/>
              <a:gd name="connsiteY210" fmla="*/ 2564606 h 5143500"/>
              <a:gd name="connsiteX211" fmla="*/ 2578894 w 5143500"/>
              <a:gd name="connsiteY211" fmla="*/ 2150269 h 5143500"/>
              <a:gd name="connsiteX212" fmla="*/ 2993231 w 5143500"/>
              <a:gd name="connsiteY212" fmla="*/ 2150269 h 5143500"/>
              <a:gd name="connsiteX213" fmla="*/ 2564606 w 5143500"/>
              <a:gd name="connsiteY213" fmla="*/ 2135981 h 5143500"/>
              <a:gd name="connsiteX214" fmla="*/ 2150269 w 5143500"/>
              <a:gd name="connsiteY214" fmla="*/ 2135981 h 5143500"/>
              <a:gd name="connsiteX215" fmla="*/ 2150269 w 5143500"/>
              <a:gd name="connsiteY215" fmla="*/ 1721644 h 5143500"/>
              <a:gd name="connsiteX216" fmla="*/ 2564606 w 5143500"/>
              <a:gd name="connsiteY216" fmla="*/ 1721644 h 5143500"/>
              <a:gd name="connsiteX217" fmla="*/ 2564606 w 5143500"/>
              <a:gd name="connsiteY217" fmla="*/ 2135981 h 5143500"/>
              <a:gd name="connsiteX218" fmla="*/ 2135981 w 5143500"/>
              <a:gd name="connsiteY218" fmla="*/ 2150269 h 5143500"/>
              <a:gd name="connsiteX219" fmla="*/ 2135981 w 5143500"/>
              <a:gd name="connsiteY219" fmla="*/ 2564606 h 5143500"/>
              <a:gd name="connsiteX220" fmla="*/ 1721644 w 5143500"/>
              <a:gd name="connsiteY220" fmla="*/ 2564606 h 5143500"/>
              <a:gd name="connsiteX221" fmla="*/ 1721644 w 5143500"/>
              <a:gd name="connsiteY221" fmla="*/ 2150269 h 5143500"/>
              <a:gd name="connsiteX222" fmla="*/ 2135981 w 5143500"/>
              <a:gd name="connsiteY222" fmla="*/ 2150269 h 5143500"/>
              <a:gd name="connsiteX223" fmla="*/ 2150269 w 5143500"/>
              <a:gd name="connsiteY223" fmla="*/ 2150269 h 5143500"/>
              <a:gd name="connsiteX224" fmla="*/ 2564606 w 5143500"/>
              <a:gd name="connsiteY224" fmla="*/ 2150269 h 5143500"/>
              <a:gd name="connsiteX225" fmla="*/ 2564606 w 5143500"/>
              <a:gd name="connsiteY225" fmla="*/ 2564606 h 5143500"/>
              <a:gd name="connsiteX226" fmla="*/ 2150269 w 5143500"/>
              <a:gd name="connsiteY226" fmla="*/ 2564606 h 5143500"/>
              <a:gd name="connsiteX227" fmla="*/ 2150269 w 5143500"/>
              <a:gd name="connsiteY227" fmla="*/ 2150269 h 5143500"/>
              <a:gd name="connsiteX228" fmla="*/ 2564606 w 5143500"/>
              <a:gd name="connsiteY228" fmla="*/ 2578894 h 5143500"/>
              <a:gd name="connsiteX229" fmla="*/ 2564606 w 5143500"/>
              <a:gd name="connsiteY229" fmla="*/ 2993231 h 5143500"/>
              <a:gd name="connsiteX230" fmla="*/ 2150269 w 5143500"/>
              <a:gd name="connsiteY230" fmla="*/ 2993231 h 5143500"/>
              <a:gd name="connsiteX231" fmla="*/ 2150269 w 5143500"/>
              <a:gd name="connsiteY231" fmla="*/ 2578894 h 5143500"/>
              <a:gd name="connsiteX232" fmla="*/ 2564606 w 5143500"/>
              <a:gd name="connsiteY232" fmla="*/ 2578894 h 5143500"/>
              <a:gd name="connsiteX233" fmla="*/ 2578894 w 5143500"/>
              <a:gd name="connsiteY233" fmla="*/ 2578894 h 5143500"/>
              <a:gd name="connsiteX234" fmla="*/ 2993231 w 5143500"/>
              <a:gd name="connsiteY234" fmla="*/ 2578894 h 5143500"/>
              <a:gd name="connsiteX235" fmla="*/ 2993231 w 5143500"/>
              <a:gd name="connsiteY235" fmla="*/ 2993231 h 5143500"/>
              <a:gd name="connsiteX236" fmla="*/ 2578894 w 5143500"/>
              <a:gd name="connsiteY236" fmla="*/ 2993231 h 5143500"/>
              <a:gd name="connsiteX237" fmla="*/ 2578894 w 5143500"/>
              <a:gd name="connsiteY237" fmla="*/ 2578894 h 5143500"/>
              <a:gd name="connsiteX238" fmla="*/ 3007519 w 5143500"/>
              <a:gd name="connsiteY238" fmla="*/ 2578894 h 5143500"/>
              <a:gd name="connsiteX239" fmla="*/ 3421856 w 5143500"/>
              <a:gd name="connsiteY239" fmla="*/ 2578894 h 5143500"/>
              <a:gd name="connsiteX240" fmla="*/ 3421856 w 5143500"/>
              <a:gd name="connsiteY240" fmla="*/ 2993231 h 5143500"/>
              <a:gd name="connsiteX241" fmla="*/ 3007519 w 5143500"/>
              <a:gd name="connsiteY241" fmla="*/ 2993231 h 5143500"/>
              <a:gd name="connsiteX242" fmla="*/ 3007519 w 5143500"/>
              <a:gd name="connsiteY242" fmla="*/ 2578894 h 5143500"/>
              <a:gd name="connsiteX243" fmla="*/ 2993231 w 5143500"/>
              <a:gd name="connsiteY243" fmla="*/ 3007519 h 5143500"/>
              <a:gd name="connsiteX244" fmla="*/ 2993231 w 5143500"/>
              <a:gd name="connsiteY244" fmla="*/ 3421856 h 5143500"/>
              <a:gd name="connsiteX245" fmla="*/ 2578894 w 5143500"/>
              <a:gd name="connsiteY245" fmla="*/ 3421856 h 5143500"/>
              <a:gd name="connsiteX246" fmla="*/ 2578894 w 5143500"/>
              <a:gd name="connsiteY246" fmla="*/ 3007519 h 5143500"/>
              <a:gd name="connsiteX247" fmla="*/ 2993231 w 5143500"/>
              <a:gd name="connsiteY247" fmla="*/ 3007519 h 5143500"/>
              <a:gd name="connsiteX248" fmla="*/ 3007519 w 5143500"/>
              <a:gd name="connsiteY248" fmla="*/ 3007519 h 5143500"/>
              <a:gd name="connsiteX249" fmla="*/ 3421856 w 5143500"/>
              <a:gd name="connsiteY249" fmla="*/ 3007519 h 5143500"/>
              <a:gd name="connsiteX250" fmla="*/ 3421856 w 5143500"/>
              <a:gd name="connsiteY250" fmla="*/ 3421856 h 5143500"/>
              <a:gd name="connsiteX251" fmla="*/ 3007519 w 5143500"/>
              <a:gd name="connsiteY251" fmla="*/ 3421856 h 5143500"/>
              <a:gd name="connsiteX252" fmla="*/ 3007519 w 5143500"/>
              <a:gd name="connsiteY252" fmla="*/ 3007519 h 5143500"/>
              <a:gd name="connsiteX253" fmla="*/ 3850481 w 5143500"/>
              <a:gd name="connsiteY253" fmla="*/ 2578894 h 5143500"/>
              <a:gd name="connsiteX254" fmla="*/ 3850481 w 5143500"/>
              <a:gd name="connsiteY254" fmla="*/ 2993231 h 5143500"/>
              <a:gd name="connsiteX255" fmla="*/ 3436144 w 5143500"/>
              <a:gd name="connsiteY255" fmla="*/ 2993231 h 5143500"/>
              <a:gd name="connsiteX256" fmla="*/ 3436144 w 5143500"/>
              <a:gd name="connsiteY256" fmla="*/ 2578894 h 5143500"/>
              <a:gd name="connsiteX257" fmla="*/ 3850481 w 5143500"/>
              <a:gd name="connsiteY257" fmla="*/ 2578894 h 5143500"/>
              <a:gd name="connsiteX258" fmla="*/ 3421856 w 5143500"/>
              <a:gd name="connsiteY258" fmla="*/ 2564606 h 5143500"/>
              <a:gd name="connsiteX259" fmla="*/ 3007519 w 5143500"/>
              <a:gd name="connsiteY259" fmla="*/ 2564606 h 5143500"/>
              <a:gd name="connsiteX260" fmla="*/ 3007519 w 5143500"/>
              <a:gd name="connsiteY260" fmla="*/ 2150269 h 5143500"/>
              <a:gd name="connsiteX261" fmla="*/ 3421856 w 5143500"/>
              <a:gd name="connsiteY261" fmla="*/ 2150269 h 5143500"/>
              <a:gd name="connsiteX262" fmla="*/ 3421856 w 5143500"/>
              <a:gd name="connsiteY262" fmla="*/ 2564606 h 5143500"/>
              <a:gd name="connsiteX263" fmla="*/ 3421856 w 5143500"/>
              <a:gd name="connsiteY263" fmla="*/ 1721644 h 5143500"/>
              <a:gd name="connsiteX264" fmla="*/ 3421856 w 5143500"/>
              <a:gd name="connsiteY264" fmla="*/ 2135981 h 5143500"/>
              <a:gd name="connsiteX265" fmla="*/ 3007519 w 5143500"/>
              <a:gd name="connsiteY265" fmla="*/ 2135981 h 5143500"/>
              <a:gd name="connsiteX266" fmla="*/ 3007519 w 5143500"/>
              <a:gd name="connsiteY266" fmla="*/ 1721644 h 5143500"/>
              <a:gd name="connsiteX267" fmla="*/ 3421856 w 5143500"/>
              <a:gd name="connsiteY267" fmla="*/ 1721644 h 5143500"/>
              <a:gd name="connsiteX268" fmla="*/ 2993231 w 5143500"/>
              <a:gd name="connsiteY268" fmla="*/ 1293019 h 5143500"/>
              <a:gd name="connsiteX269" fmla="*/ 2993231 w 5143500"/>
              <a:gd name="connsiteY269" fmla="*/ 1707356 h 5143500"/>
              <a:gd name="connsiteX270" fmla="*/ 2578894 w 5143500"/>
              <a:gd name="connsiteY270" fmla="*/ 1707356 h 5143500"/>
              <a:gd name="connsiteX271" fmla="*/ 2578894 w 5143500"/>
              <a:gd name="connsiteY271" fmla="*/ 1293019 h 5143500"/>
              <a:gd name="connsiteX272" fmla="*/ 2993231 w 5143500"/>
              <a:gd name="connsiteY272" fmla="*/ 1293019 h 5143500"/>
              <a:gd name="connsiteX273" fmla="*/ 2564606 w 5143500"/>
              <a:gd name="connsiteY273" fmla="*/ 1293019 h 5143500"/>
              <a:gd name="connsiteX274" fmla="*/ 2564606 w 5143500"/>
              <a:gd name="connsiteY274" fmla="*/ 1707356 h 5143500"/>
              <a:gd name="connsiteX275" fmla="*/ 2150269 w 5143500"/>
              <a:gd name="connsiteY275" fmla="*/ 1707356 h 5143500"/>
              <a:gd name="connsiteX276" fmla="*/ 2150269 w 5143500"/>
              <a:gd name="connsiteY276" fmla="*/ 1293019 h 5143500"/>
              <a:gd name="connsiteX277" fmla="*/ 2564606 w 5143500"/>
              <a:gd name="connsiteY277" fmla="*/ 1293019 h 5143500"/>
              <a:gd name="connsiteX278" fmla="*/ 2135981 w 5143500"/>
              <a:gd name="connsiteY278" fmla="*/ 864394 h 5143500"/>
              <a:gd name="connsiteX279" fmla="*/ 2135981 w 5143500"/>
              <a:gd name="connsiteY279" fmla="*/ 1278731 h 5143500"/>
              <a:gd name="connsiteX280" fmla="*/ 1721644 w 5143500"/>
              <a:gd name="connsiteY280" fmla="*/ 1278731 h 5143500"/>
              <a:gd name="connsiteX281" fmla="*/ 1721644 w 5143500"/>
              <a:gd name="connsiteY281" fmla="*/ 864394 h 5143500"/>
              <a:gd name="connsiteX282" fmla="*/ 2135981 w 5143500"/>
              <a:gd name="connsiteY282" fmla="*/ 864394 h 5143500"/>
              <a:gd name="connsiteX283" fmla="*/ 1707356 w 5143500"/>
              <a:gd name="connsiteY283" fmla="*/ 864394 h 5143500"/>
              <a:gd name="connsiteX284" fmla="*/ 1707356 w 5143500"/>
              <a:gd name="connsiteY284" fmla="*/ 1278731 h 5143500"/>
              <a:gd name="connsiteX285" fmla="*/ 1293019 w 5143500"/>
              <a:gd name="connsiteY285" fmla="*/ 1278731 h 5143500"/>
              <a:gd name="connsiteX286" fmla="*/ 1293019 w 5143500"/>
              <a:gd name="connsiteY286" fmla="*/ 864394 h 5143500"/>
              <a:gd name="connsiteX287" fmla="*/ 1707356 w 5143500"/>
              <a:gd name="connsiteY287" fmla="*/ 864394 h 5143500"/>
              <a:gd name="connsiteX288" fmla="*/ 1278731 w 5143500"/>
              <a:gd name="connsiteY288" fmla="*/ 435769 h 5143500"/>
              <a:gd name="connsiteX289" fmla="*/ 1278731 w 5143500"/>
              <a:gd name="connsiteY289" fmla="*/ 850106 h 5143500"/>
              <a:gd name="connsiteX290" fmla="*/ 864394 w 5143500"/>
              <a:gd name="connsiteY290" fmla="*/ 850106 h 5143500"/>
              <a:gd name="connsiteX291" fmla="*/ 864394 w 5143500"/>
              <a:gd name="connsiteY291" fmla="*/ 435769 h 5143500"/>
              <a:gd name="connsiteX292" fmla="*/ 1278731 w 5143500"/>
              <a:gd name="connsiteY292" fmla="*/ 435769 h 5143500"/>
              <a:gd name="connsiteX293" fmla="*/ 435769 w 5143500"/>
              <a:gd name="connsiteY293" fmla="*/ 850106 h 5143500"/>
              <a:gd name="connsiteX294" fmla="*/ 435769 w 5143500"/>
              <a:gd name="connsiteY294" fmla="*/ 435769 h 5143500"/>
              <a:gd name="connsiteX295" fmla="*/ 850106 w 5143500"/>
              <a:gd name="connsiteY295" fmla="*/ 435769 h 5143500"/>
              <a:gd name="connsiteX296" fmla="*/ 850106 w 5143500"/>
              <a:gd name="connsiteY296" fmla="*/ 850106 h 5143500"/>
              <a:gd name="connsiteX297" fmla="*/ 435769 w 5143500"/>
              <a:gd name="connsiteY297" fmla="*/ 850106 h 5143500"/>
              <a:gd name="connsiteX298" fmla="*/ 864394 w 5143500"/>
              <a:gd name="connsiteY298" fmla="*/ 864394 h 5143500"/>
              <a:gd name="connsiteX299" fmla="*/ 1278731 w 5143500"/>
              <a:gd name="connsiteY299" fmla="*/ 864394 h 5143500"/>
              <a:gd name="connsiteX300" fmla="*/ 1278731 w 5143500"/>
              <a:gd name="connsiteY300" fmla="*/ 1278731 h 5143500"/>
              <a:gd name="connsiteX301" fmla="*/ 864394 w 5143500"/>
              <a:gd name="connsiteY301" fmla="*/ 1278731 h 5143500"/>
              <a:gd name="connsiteX302" fmla="*/ 864394 w 5143500"/>
              <a:gd name="connsiteY302" fmla="*/ 864394 h 5143500"/>
              <a:gd name="connsiteX303" fmla="*/ 864394 w 5143500"/>
              <a:gd name="connsiteY303" fmla="*/ 1707356 h 5143500"/>
              <a:gd name="connsiteX304" fmla="*/ 864394 w 5143500"/>
              <a:gd name="connsiteY304" fmla="*/ 1293019 h 5143500"/>
              <a:gd name="connsiteX305" fmla="*/ 1278731 w 5143500"/>
              <a:gd name="connsiteY305" fmla="*/ 1293019 h 5143500"/>
              <a:gd name="connsiteX306" fmla="*/ 1278731 w 5143500"/>
              <a:gd name="connsiteY306" fmla="*/ 1707356 h 5143500"/>
              <a:gd name="connsiteX307" fmla="*/ 864394 w 5143500"/>
              <a:gd name="connsiteY307" fmla="*/ 1707356 h 5143500"/>
              <a:gd name="connsiteX308" fmla="*/ 1293019 w 5143500"/>
              <a:gd name="connsiteY308" fmla="*/ 1721644 h 5143500"/>
              <a:gd name="connsiteX309" fmla="*/ 1707356 w 5143500"/>
              <a:gd name="connsiteY309" fmla="*/ 1721644 h 5143500"/>
              <a:gd name="connsiteX310" fmla="*/ 1707356 w 5143500"/>
              <a:gd name="connsiteY310" fmla="*/ 2135981 h 5143500"/>
              <a:gd name="connsiteX311" fmla="*/ 1293019 w 5143500"/>
              <a:gd name="connsiteY311" fmla="*/ 2135981 h 5143500"/>
              <a:gd name="connsiteX312" fmla="*/ 1293019 w 5143500"/>
              <a:gd name="connsiteY312" fmla="*/ 1721644 h 5143500"/>
              <a:gd name="connsiteX313" fmla="*/ 1293019 w 5143500"/>
              <a:gd name="connsiteY313" fmla="*/ 2564606 h 5143500"/>
              <a:gd name="connsiteX314" fmla="*/ 1293019 w 5143500"/>
              <a:gd name="connsiteY314" fmla="*/ 2150269 h 5143500"/>
              <a:gd name="connsiteX315" fmla="*/ 1707356 w 5143500"/>
              <a:gd name="connsiteY315" fmla="*/ 2150269 h 5143500"/>
              <a:gd name="connsiteX316" fmla="*/ 1707356 w 5143500"/>
              <a:gd name="connsiteY316" fmla="*/ 2564606 h 5143500"/>
              <a:gd name="connsiteX317" fmla="*/ 1293019 w 5143500"/>
              <a:gd name="connsiteY317" fmla="*/ 2564606 h 5143500"/>
              <a:gd name="connsiteX318" fmla="*/ 1721644 w 5143500"/>
              <a:gd name="connsiteY318" fmla="*/ 2993231 h 5143500"/>
              <a:gd name="connsiteX319" fmla="*/ 1721644 w 5143500"/>
              <a:gd name="connsiteY319" fmla="*/ 2578894 h 5143500"/>
              <a:gd name="connsiteX320" fmla="*/ 2135981 w 5143500"/>
              <a:gd name="connsiteY320" fmla="*/ 2578894 h 5143500"/>
              <a:gd name="connsiteX321" fmla="*/ 2135981 w 5143500"/>
              <a:gd name="connsiteY321" fmla="*/ 2993231 h 5143500"/>
              <a:gd name="connsiteX322" fmla="*/ 1721644 w 5143500"/>
              <a:gd name="connsiteY322" fmla="*/ 2993231 h 5143500"/>
              <a:gd name="connsiteX323" fmla="*/ 2150269 w 5143500"/>
              <a:gd name="connsiteY323" fmla="*/ 3421856 h 5143500"/>
              <a:gd name="connsiteX324" fmla="*/ 2150269 w 5143500"/>
              <a:gd name="connsiteY324" fmla="*/ 3007519 h 5143500"/>
              <a:gd name="connsiteX325" fmla="*/ 2564606 w 5143500"/>
              <a:gd name="connsiteY325" fmla="*/ 3007519 h 5143500"/>
              <a:gd name="connsiteX326" fmla="*/ 2564606 w 5143500"/>
              <a:gd name="connsiteY326" fmla="*/ 3421856 h 5143500"/>
              <a:gd name="connsiteX327" fmla="*/ 2150269 w 5143500"/>
              <a:gd name="connsiteY327" fmla="*/ 3421856 h 5143500"/>
              <a:gd name="connsiteX328" fmla="*/ 2578894 w 5143500"/>
              <a:gd name="connsiteY328" fmla="*/ 3850481 h 5143500"/>
              <a:gd name="connsiteX329" fmla="*/ 2578894 w 5143500"/>
              <a:gd name="connsiteY329" fmla="*/ 3436144 h 5143500"/>
              <a:gd name="connsiteX330" fmla="*/ 2993231 w 5143500"/>
              <a:gd name="connsiteY330" fmla="*/ 3436144 h 5143500"/>
              <a:gd name="connsiteX331" fmla="*/ 2993231 w 5143500"/>
              <a:gd name="connsiteY331" fmla="*/ 3850481 h 5143500"/>
              <a:gd name="connsiteX332" fmla="*/ 2578894 w 5143500"/>
              <a:gd name="connsiteY332" fmla="*/ 3850481 h 5143500"/>
              <a:gd name="connsiteX333" fmla="*/ 3007519 w 5143500"/>
              <a:gd name="connsiteY333" fmla="*/ 3850481 h 5143500"/>
              <a:gd name="connsiteX334" fmla="*/ 3007519 w 5143500"/>
              <a:gd name="connsiteY334" fmla="*/ 3436144 h 5143500"/>
              <a:gd name="connsiteX335" fmla="*/ 3421856 w 5143500"/>
              <a:gd name="connsiteY335" fmla="*/ 3436144 h 5143500"/>
              <a:gd name="connsiteX336" fmla="*/ 3421856 w 5143500"/>
              <a:gd name="connsiteY336" fmla="*/ 3850481 h 5143500"/>
              <a:gd name="connsiteX337" fmla="*/ 3007519 w 5143500"/>
              <a:gd name="connsiteY337" fmla="*/ 3850481 h 5143500"/>
              <a:gd name="connsiteX338" fmla="*/ 3436144 w 5143500"/>
              <a:gd name="connsiteY338" fmla="*/ 4279106 h 5143500"/>
              <a:gd name="connsiteX339" fmla="*/ 3436144 w 5143500"/>
              <a:gd name="connsiteY339" fmla="*/ 3864769 h 5143500"/>
              <a:gd name="connsiteX340" fmla="*/ 3850481 w 5143500"/>
              <a:gd name="connsiteY340" fmla="*/ 3864769 h 5143500"/>
              <a:gd name="connsiteX341" fmla="*/ 3850481 w 5143500"/>
              <a:gd name="connsiteY341" fmla="*/ 4279106 h 5143500"/>
              <a:gd name="connsiteX342" fmla="*/ 3436144 w 5143500"/>
              <a:gd name="connsiteY342" fmla="*/ 4279106 h 5143500"/>
              <a:gd name="connsiteX343" fmla="*/ 3864769 w 5143500"/>
              <a:gd name="connsiteY343" fmla="*/ 4279106 h 5143500"/>
              <a:gd name="connsiteX344" fmla="*/ 3864769 w 5143500"/>
              <a:gd name="connsiteY344" fmla="*/ 3864769 h 5143500"/>
              <a:gd name="connsiteX345" fmla="*/ 4279106 w 5143500"/>
              <a:gd name="connsiteY345" fmla="*/ 3864769 h 5143500"/>
              <a:gd name="connsiteX346" fmla="*/ 4279106 w 5143500"/>
              <a:gd name="connsiteY346" fmla="*/ 4279106 h 5143500"/>
              <a:gd name="connsiteX347" fmla="*/ 3864769 w 5143500"/>
              <a:gd name="connsiteY347" fmla="*/ 4279106 h 5143500"/>
              <a:gd name="connsiteX348" fmla="*/ 4293394 w 5143500"/>
              <a:gd name="connsiteY348" fmla="*/ 4707731 h 5143500"/>
              <a:gd name="connsiteX349" fmla="*/ 4293394 w 5143500"/>
              <a:gd name="connsiteY349" fmla="*/ 4293394 h 5143500"/>
              <a:gd name="connsiteX350" fmla="*/ 4707731 w 5143500"/>
              <a:gd name="connsiteY350" fmla="*/ 4293394 h 5143500"/>
              <a:gd name="connsiteX351" fmla="*/ 4707731 w 5143500"/>
              <a:gd name="connsiteY351" fmla="*/ 4707731 h 5143500"/>
              <a:gd name="connsiteX352" fmla="*/ 4293394 w 5143500"/>
              <a:gd name="connsiteY352" fmla="*/ 470773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</a:cxnLst>
            <a:rect l="l" t="t" r="r" b="b"/>
            <a:pathLst>
              <a:path w="5143500" h="5143500">
                <a:moveTo>
                  <a:pt x="5143500" y="4707731"/>
                </a:moveTo>
                <a:lnTo>
                  <a:pt x="4722019" y="4707731"/>
                </a:lnTo>
                <a:lnTo>
                  <a:pt x="4722019" y="4293394"/>
                </a:lnTo>
                <a:lnTo>
                  <a:pt x="4914900" y="4293394"/>
                </a:lnTo>
                <a:lnTo>
                  <a:pt x="4914900" y="4279106"/>
                </a:lnTo>
                <a:lnTo>
                  <a:pt x="4722019" y="4279106"/>
                </a:lnTo>
                <a:lnTo>
                  <a:pt x="4722019" y="1971675"/>
                </a:lnTo>
                <a:lnTo>
                  <a:pt x="4707731" y="1971675"/>
                </a:lnTo>
                <a:lnTo>
                  <a:pt x="4707731" y="4279106"/>
                </a:lnTo>
                <a:lnTo>
                  <a:pt x="4293394" y="4279106"/>
                </a:lnTo>
                <a:lnTo>
                  <a:pt x="4293394" y="3864769"/>
                </a:lnTo>
                <a:lnTo>
                  <a:pt x="4614863" y="3864769"/>
                </a:lnTo>
                <a:lnTo>
                  <a:pt x="4614863" y="3850481"/>
                </a:lnTo>
                <a:lnTo>
                  <a:pt x="4293394" y="3850481"/>
                </a:lnTo>
                <a:lnTo>
                  <a:pt x="4293394" y="3436144"/>
                </a:lnTo>
                <a:lnTo>
                  <a:pt x="4457700" y="3436144"/>
                </a:lnTo>
                <a:lnTo>
                  <a:pt x="4457700" y="3421856"/>
                </a:lnTo>
                <a:lnTo>
                  <a:pt x="4293394" y="3421856"/>
                </a:lnTo>
                <a:lnTo>
                  <a:pt x="4293394" y="1774508"/>
                </a:lnTo>
                <a:lnTo>
                  <a:pt x="4279106" y="1774508"/>
                </a:lnTo>
                <a:lnTo>
                  <a:pt x="4279106" y="3421856"/>
                </a:lnTo>
                <a:lnTo>
                  <a:pt x="3864769" y="3421856"/>
                </a:lnTo>
                <a:lnTo>
                  <a:pt x="3864769" y="3007519"/>
                </a:lnTo>
                <a:lnTo>
                  <a:pt x="4229100" y="3007519"/>
                </a:lnTo>
                <a:lnTo>
                  <a:pt x="4229100" y="2993231"/>
                </a:lnTo>
                <a:lnTo>
                  <a:pt x="3864769" y="2993231"/>
                </a:lnTo>
                <a:lnTo>
                  <a:pt x="3864769" y="2578894"/>
                </a:lnTo>
                <a:lnTo>
                  <a:pt x="4000500" y="2578894"/>
                </a:lnTo>
                <a:lnTo>
                  <a:pt x="4000500" y="2564606"/>
                </a:lnTo>
                <a:lnTo>
                  <a:pt x="3864769" y="2564606"/>
                </a:lnTo>
                <a:lnTo>
                  <a:pt x="3864769" y="1577340"/>
                </a:lnTo>
                <a:lnTo>
                  <a:pt x="3850481" y="1577340"/>
                </a:lnTo>
                <a:lnTo>
                  <a:pt x="3850481" y="2564606"/>
                </a:lnTo>
                <a:lnTo>
                  <a:pt x="3436144" y="2564606"/>
                </a:lnTo>
                <a:lnTo>
                  <a:pt x="3436144" y="2150269"/>
                </a:lnTo>
                <a:lnTo>
                  <a:pt x="3771900" y="2150269"/>
                </a:lnTo>
                <a:lnTo>
                  <a:pt x="3771900" y="2135981"/>
                </a:lnTo>
                <a:lnTo>
                  <a:pt x="3436144" y="2135981"/>
                </a:lnTo>
                <a:lnTo>
                  <a:pt x="3436144" y="1721644"/>
                </a:lnTo>
                <a:lnTo>
                  <a:pt x="3543300" y="1721644"/>
                </a:lnTo>
                <a:lnTo>
                  <a:pt x="3543300" y="1707356"/>
                </a:lnTo>
                <a:lnTo>
                  <a:pt x="3436144" y="1707356"/>
                </a:lnTo>
                <a:lnTo>
                  <a:pt x="3436144" y="1380173"/>
                </a:lnTo>
                <a:lnTo>
                  <a:pt x="3421856" y="1380173"/>
                </a:lnTo>
                <a:lnTo>
                  <a:pt x="3421856" y="1707356"/>
                </a:lnTo>
                <a:lnTo>
                  <a:pt x="3007519" y="1707356"/>
                </a:lnTo>
                <a:lnTo>
                  <a:pt x="3007519" y="1293019"/>
                </a:lnTo>
                <a:lnTo>
                  <a:pt x="3314700" y="1293019"/>
                </a:lnTo>
                <a:lnTo>
                  <a:pt x="3314700" y="1278731"/>
                </a:lnTo>
                <a:lnTo>
                  <a:pt x="3007519" y="1278731"/>
                </a:lnTo>
                <a:lnTo>
                  <a:pt x="3007519" y="1183005"/>
                </a:lnTo>
                <a:lnTo>
                  <a:pt x="2993231" y="1183005"/>
                </a:lnTo>
                <a:lnTo>
                  <a:pt x="2993231" y="1278731"/>
                </a:lnTo>
                <a:lnTo>
                  <a:pt x="2578894" y="1278731"/>
                </a:lnTo>
                <a:lnTo>
                  <a:pt x="2578894" y="985838"/>
                </a:lnTo>
                <a:lnTo>
                  <a:pt x="2564606" y="985838"/>
                </a:lnTo>
                <a:lnTo>
                  <a:pt x="2564606" y="1278731"/>
                </a:lnTo>
                <a:lnTo>
                  <a:pt x="2150269" y="1278731"/>
                </a:lnTo>
                <a:lnTo>
                  <a:pt x="2150269" y="864394"/>
                </a:lnTo>
                <a:lnTo>
                  <a:pt x="3086100" y="864394"/>
                </a:lnTo>
                <a:lnTo>
                  <a:pt x="3086100" y="850106"/>
                </a:lnTo>
                <a:lnTo>
                  <a:pt x="2150269" y="850106"/>
                </a:lnTo>
                <a:lnTo>
                  <a:pt x="2150269" y="788670"/>
                </a:lnTo>
                <a:lnTo>
                  <a:pt x="2135981" y="788670"/>
                </a:lnTo>
                <a:lnTo>
                  <a:pt x="2135981" y="850106"/>
                </a:lnTo>
                <a:lnTo>
                  <a:pt x="1721644" y="850106"/>
                </a:lnTo>
                <a:lnTo>
                  <a:pt x="1721644" y="591503"/>
                </a:lnTo>
                <a:lnTo>
                  <a:pt x="1707356" y="591503"/>
                </a:lnTo>
                <a:lnTo>
                  <a:pt x="1707356" y="850106"/>
                </a:lnTo>
                <a:lnTo>
                  <a:pt x="1293019" y="850106"/>
                </a:lnTo>
                <a:lnTo>
                  <a:pt x="1293019" y="435769"/>
                </a:lnTo>
                <a:lnTo>
                  <a:pt x="2857500" y="435769"/>
                </a:lnTo>
                <a:lnTo>
                  <a:pt x="2857500" y="421481"/>
                </a:lnTo>
                <a:lnTo>
                  <a:pt x="1293019" y="421481"/>
                </a:lnTo>
                <a:lnTo>
                  <a:pt x="1293019" y="394335"/>
                </a:lnTo>
                <a:lnTo>
                  <a:pt x="1278731" y="394335"/>
                </a:lnTo>
                <a:lnTo>
                  <a:pt x="1278731" y="421481"/>
                </a:lnTo>
                <a:lnTo>
                  <a:pt x="864394" y="421481"/>
                </a:lnTo>
                <a:lnTo>
                  <a:pt x="864394" y="197168"/>
                </a:lnTo>
                <a:lnTo>
                  <a:pt x="850106" y="197168"/>
                </a:lnTo>
                <a:lnTo>
                  <a:pt x="850106" y="421481"/>
                </a:lnTo>
                <a:lnTo>
                  <a:pt x="435769" y="421481"/>
                </a:lnTo>
                <a:lnTo>
                  <a:pt x="435769" y="0"/>
                </a:lnTo>
                <a:lnTo>
                  <a:pt x="421481" y="0"/>
                </a:lnTo>
                <a:lnTo>
                  <a:pt x="421481" y="421481"/>
                </a:lnTo>
                <a:lnTo>
                  <a:pt x="0" y="421481"/>
                </a:lnTo>
                <a:lnTo>
                  <a:pt x="0" y="435769"/>
                </a:lnTo>
                <a:lnTo>
                  <a:pt x="421481" y="435769"/>
                </a:lnTo>
                <a:lnTo>
                  <a:pt x="421481" y="850106"/>
                </a:lnTo>
                <a:lnTo>
                  <a:pt x="248603" y="850106"/>
                </a:lnTo>
                <a:lnTo>
                  <a:pt x="248603" y="864394"/>
                </a:lnTo>
                <a:lnTo>
                  <a:pt x="421481" y="864394"/>
                </a:lnTo>
                <a:lnTo>
                  <a:pt x="421481" y="2657475"/>
                </a:lnTo>
                <a:lnTo>
                  <a:pt x="435769" y="2657475"/>
                </a:lnTo>
                <a:lnTo>
                  <a:pt x="435769" y="864394"/>
                </a:lnTo>
                <a:lnTo>
                  <a:pt x="850106" y="864394"/>
                </a:lnTo>
                <a:lnTo>
                  <a:pt x="850106" y="1278731"/>
                </a:lnTo>
                <a:lnTo>
                  <a:pt x="497205" y="1278731"/>
                </a:lnTo>
                <a:lnTo>
                  <a:pt x="497205" y="1293019"/>
                </a:lnTo>
                <a:lnTo>
                  <a:pt x="850106" y="1293019"/>
                </a:lnTo>
                <a:lnTo>
                  <a:pt x="850106" y="1707356"/>
                </a:lnTo>
                <a:lnTo>
                  <a:pt x="745807" y="1707356"/>
                </a:lnTo>
                <a:lnTo>
                  <a:pt x="745807" y="1721644"/>
                </a:lnTo>
                <a:lnTo>
                  <a:pt x="850106" y="1721644"/>
                </a:lnTo>
                <a:lnTo>
                  <a:pt x="850106" y="2906078"/>
                </a:lnTo>
                <a:lnTo>
                  <a:pt x="864394" y="2906078"/>
                </a:lnTo>
                <a:lnTo>
                  <a:pt x="864394" y="1721644"/>
                </a:lnTo>
                <a:lnTo>
                  <a:pt x="1278731" y="1721644"/>
                </a:lnTo>
                <a:lnTo>
                  <a:pt x="1278731" y="2135981"/>
                </a:lnTo>
                <a:lnTo>
                  <a:pt x="994410" y="2135981"/>
                </a:lnTo>
                <a:lnTo>
                  <a:pt x="994410" y="2150269"/>
                </a:lnTo>
                <a:lnTo>
                  <a:pt x="1278731" y="2150269"/>
                </a:lnTo>
                <a:lnTo>
                  <a:pt x="1278731" y="2564606"/>
                </a:lnTo>
                <a:lnTo>
                  <a:pt x="1243013" y="2564606"/>
                </a:lnTo>
                <a:lnTo>
                  <a:pt x="1243013" y="2578894"/>
                </a:lnTo>
                <a:lnTo>
                  <a:pt x="1278731" y="2578894"/>
                </a:lnTo>
                <a:lnTo>
                  <a:pt x="1278731" y="3154680"/>
                </a:lnTo>
                <a:lnTo>
                  <a:pt x="1293019" y="3154680"/>
                </a:lnTo>
                <a:lnTo>
                  <a:pt x="1293019" y="2578894"/>
                </a:lnTo>
                <a:lnTo>
                  <a:pt x="1707356" y="2578894"/>
                </a:lnTo>
                <a:lnTo>
                  <a:pt x="1707356" y="2993231"/>
                </a:lnTo>
                <a:lnTo>
                  <a:pt x="1491615" y="2993231"/>
                </a:lnTo>
                <a:lnTo>
                  <a:pt x="1491615" y="3007519"/>
                </a:lnTo>
                <a:lnTo>
                  <a:pt x="1707356" y="3007519"/>
                </a:lnTo>
                <a:lnTo>
                  <a:pt x="1707356" y="3403283"/>
                </a:lnTo>
                <a:lnTo>
                  <a:pt x="1721644" y="3403283"/>
                </a:lnTo>
                <a:lnTo>
                  <a:pt x="1721644" y="3007519"/>
                </a:lnTo>
                <a:lnTo>
                  <a:pt x="2135981" y="3007519"/>
                </a:lnTo>
                <a:lnTo>
                  <a:pt x="2135981" y="3421856"/>
                </a:lnTo>
                <a:lnTo>
                  <a:pt x="1740218" y="3421856"/>
                </a:lnTo>
                <a:lnTo>
                  <a:pt x="1740218" y="3436144"/>
                </a:lnTo>
                <a:lnTo>
                  <a:pt x="2135981" y="3436144"/>
                </a:lnTo>
                <a:lnTo>
                  <a:pt x="2135981" y="3651885"/>
                </a:lnTo>
                <a:lnTo>
                  <a:pt x="2150269" y="3651885"/>
                </a:lnTo>
                <a:lnTo>
                  <a:pt x="2150269" y="3436144"/>
                </a:lnTo>
                <a:lnTo>
                  <a:pt x="2564606" y="3436144"/>
                </a:lnTo>
                <a:lnTo>
                  <a:pt x="2564606" y="3850481"/>
                </a:lnTo>
                <a:lnTo>
                  <a:pt x="1988820" y="3850481"/>
                </a:lnTo>
                <a:lnTo>
                  <a:pt x="1988820" y="3864769"/>
                </a:lnTo>
                <a:lnTo>
                  <a:pt x="2564606" y="3864769"/>
                </a:lnTo>
                <a:lnTo>
                  <a:pt x="2564606" y="3900488"/>
                </a:lnTo>
                <a:lnTo>
                  <a:pt x="2578894" y="3900488"/>
                </a:lnTo>
                <a:lnTo>
                  <a:pt x="2578894" y="3864769"/>
                </a:lnTo>
                <a:lnTo>
                  <a:pt x="2993231" y="3864769"/>
                </a:lnTo>
                <a:lnTo>
                  <a:pt x="2993231" y="4149090"/>
                </a:lnTo>
                <a:lnTo>
                  <a:pt x="3007519" y="4149090"/>
                </a:lnTo>
                <a:lnTo>
                  <a:pt x="3007519" y="3864769"/>
                </a:lnTo>
                <a:lnTo>
                  <a:pt x="3421856" y="3864769"/>
                </a:lnTo>
                <a:lnTo>
                  <a:pt x="3421856" y="4279106"/>
                </a:lnTo>
                <a:lnTo>
                  <a:pt x="2237423" y="4279106"/>
                </a:lnTo>
                <a:lnTo>
                  <a:pt x="2237423" y="4293394"/>
                </a:lnTo>
                <a:lnTo>
                  <a:pt x="3421856" y="4293394"/>
                </a:lnTo>
                <a:lnTo>
                  <a:pt x="3421856" y="4397693"/>
                </a:lnTo>
                <a:lnTo>
                  <a:pt x="3436144" y="4397693"/>
                </a:lnTo>
                <a:lnTo>
                  <a:pt x="3436144" y="4293394"/>
                </a:lnTo>
                <a:lnTo>
                  <a:pt x="3850481" y="4293394"/>
                </a:lnTo>
                <a:lnTo>
                  <a:pt x="3850481" y="4646295"/>
                </a:lnTo>
                <a:lnTo>
                  <a:pt x="3864769" y="4646295"/>
                </a:lnTo>
                <a:lnTo>
                  <a:pt x="3864769" y="4293394"/>
                </a:lnTo>
                <a:lnTo>
                  <a:pt x="4279106" y="4293394"/>
                </a:lnTo>
                <a:lnTo>
                  <a:pt x="4279106" y="4707731"/>
                </a:lnTo>
                <a:lnTo>
                  <a:pt x="2486025" y="4707731"/>
                </a:lnTo>
                <a:lnTo>
                  <a:pt x="2486025" y="4722019"/>
                </a:lnTo>
                <a:lnTo>
                  <a:pt x="4279106" y="4722019"/>
                </a:lnTo>
                <a:lnTo>
                  <a:pt x="4279106" y="4894898"/>
                </a:lnTo>
                <a:lnTo>
                  <a:pt x="4293394" y="4894898"/>
                </a:lnTo>
                <a:lnTo>
                  <a:pt x="4293394" y="4722019"/>
                </a:lnTo>
                <a:lnTo>
                  <a:pt x="4707731" y="4722019"/>
                </a:lnTo>
                <a:lnTo>
                  <a:pt x="4707731" y="5143500"/>
                </a:lnTo>
                <a:lnTo>
                  <a:pt x="4722019" y="5143500"/>
                </a:lnTo>
                <a:lnTo>
                  <a:pt x="4722019" y="4722019"/>
                </a:lnTo>
                <a:lnTo>
                  <a:pt x="5143500" y="4722019"/>
                </a:lnTo>
                <a:lnTo>
                  <a:pt x="5143500" y="4707731"/>
                </a:lnTo>
                <a:close/>
                <a:moveTo>
                  <a:pt x="4279106" y="3436144"/>
                </a:moveTo>
                <a:lnTo>
                  <a:pt x="4279106" y="3850481"/>
                </a:lnTo>
                <a:lnTo>
                  <a:pt x="3864769" y="3850481"/>
                </a:lnTo>
                <a:lnTo>
                  <a:pt x="3864769" y="3436144"/>
                </a:lnTo>
                <a:lnTo>
                  <a:pt x="4279106" y="3436144"/>
                </a:lnTo>
                <a:close/>
                <a:moveTo>
                  <a:pt x="3850481" y="3850481"/>
                </a:moveTo>
                <a:lnTo>
                  <a:pt x="3436144" y="3850481"/>
                </a:lnTo>
                <a:lnTo>
                  <a:pt x="3436144" y="3436144"/>
                </a:lnTo>
                <a:lnTo>
                  <a:pt x="3850481" y="3436144"/>
                </a:lnTo>
                <a:lnTo>
                  <a:pt x="3850481" y="3850481"/>
                </a:lnTo>
                <a:close/>
                <a:moveTo>
                  <a:pt x="3850481" y="3421856"/>
                </a:moveTo>
                <a:lnTo>
                  <a:pt x="3436144" y="3421856"/>
                </a:lnTo>
                <a:lnTo>
                  <a:pt x="3436144" y="3007519"/>
                </a:lnTo>
                <a:lnTo>
                  <a:pt x="3850481" y="3007519"/>
                </a:lnTo>
                <a:lnTo>
                  <a:pt x="3850481" y="3421856"/>
                </a:lnTo>
                <a:close/>
                <a:moveTo>
                  <a:pt x="1721644" y="1293019"/>
                </a:moveTo>
                <a:lnTo>
                  <a:pt x="2135981" y="1293019"/>
                </a:lnTo>
                <a:lnTo>
                  <a:pt x="2135981" y="1707356"/>
                </a:lnTo>
                <a:lnTo>
                  <a:pt x="1721644" y="1707356"/>
                </a:lnTo>
                <a:lnTo>
                  <a:pt x="1721644" y="1293019"/>
                </a:lnTo>
                <a:close/>
                <a:moveTo>
                  <a:pt x="1707356" y="1707356"/>
                </a:moveTo>
                <a:lnTo>
                  <a:pt x="1293019" y="1707356"/>
                </a:lnTo>
                <a:lnTo>
                  <a:pt x="1293019" y="1293019"/>
                </a:lnTo>
                <a:lnTo>
                  <a:pt x="1707356" y="1293019"/>
                </a:lnTo>
                <a:lnTo>
                  <a:pt x="1707356" y="1707356"/>
                </a:lnTo>
                <a:close/>
                <a:moveTo>
                  <a:pt x="2135981" y="1721644"/>
                </a:moveTo>
                <a:lnTo>
                  <a:pt x="2135981" y="2135981"/>
                </a:lnTo>
                <a:lnTo>
                  <a:pt x="1721644" y="2135981"/>
                </a:lnTo>
                <a:lnTo>
                  <a:pt x="1721644" y="1721644"/>
                </a:lnTo>
                <a:lnTo>
                  <a:pt x="2135981" y="1721644"/>
                </a:lnTo>
                <a:close/>
                <a:moveTo>
                  <a:pt x="2578894" y="2135981"/>
                </a:moveTo>
                <a:lnTo>
                  <a:pt x="2578894" y="1721644"/>
                </a:lnTo>
                <a:lnTo>
                  <a:pt x="2993231" y="1721644"/>
                </a:lnTo>
                <a:lnTo>
                  <a:pt x="2993231" y="2135981"/>
                </a:lnTo>
                <a:lnTo>
                  <a:pt x="2578894" y="2135981"/>
                </a:lnTo>
                <a:close/>
                <a:moveTo>
                  <a:pt x="2993231" y="2150269"/>
                </a:moveTo>
                <a:lnTo>
                  <a:pt x="2993231" y="2564606"/>
                </a:lnTo>
                <a:lnTo>
                  <a:pt x="2578894" y="2564606"/>
                </a:lnTo>
                <a:lnTo>
                  <a:pt x="2578894" y="2150269"/>
                </a:lnTo>
                <a:lnTo>
                  <a:pt x="2993231" y="2150269"/>
                </a:lnTo>
                <a:close/>
                <a:moveTo>
                  <a:pt x="2564606" y="2135981"/>
                </a:moveTo>
                <a:lnTo>
                  <a:pt x="2150269" y="2135981"/>
                </a:lnTo>
                <a:lnTo>
                  <a:pt x="2150269" y="1721644"/>
                </a:lnTo>
                <a:lnTo>
                  <a:pt x="2564606" y="1721644"/>
                </a:lnTo>
                <a:lnTo>
                  <a:pt x="2564606" y="2135981"/>
                </a:lnTo>
                <a:close/>
                <a:moveTo>
                  <a:pt x="2135981" y="2150269"/>
                </a:moveTo>
                <a:lnTo>
                  <a:pt x="2135981" y="2564606"/>
                </a:lnTo>
                <a:lnTo>
                  <a:pt x="1721644" y="2564606"/>
                </a:lnTo>
                <a:lnTo>
                  <a:pt x="1721644" y="2150269"/>
                </a:lnTo>
                <a:lnTo>
                  <a:pt x="2135981" y="2150269"/>
                </a:lnTo>
                <a:close/>
                <a:moveTo>
                  <a:pt x="2150269" y="2150269"/>
                </a:moveTo>
                <a:lnTo>
                  <a:pt x="2564606" y="2150269"/>
                </a:lnTo>
                <a:lnTo>
                  <a:pt x="2564606" y="2564606"/>
                </a:lnTo>
                <a:lnTo>
                  <a:pt x="2150269" y="2564606"/>
                </a:lnTo>
                <a:lnTo>
                  <a:pt x="2150269" y="2150269"/>
                </a:lnTo>
                <a:close/>
                <a:moveTo>
                  <a:pt x="2564606" y="2578894"/>
                </a:moveTo>
                <a:lnTo>
                  <a:pt x="2564606" y="2993231"/>
                </a:lnTo>
                <a:lnTo>
                  <a:pt x="2150269" y="2993231"/>
                </a:lnTo>
                <a:lnTo>
                  <a:pt x="2150269" y="2578894"/>
                </a:lnTo>
                <a:lnTo>
                  <a:pt x="2564606" y="2578894"/>
                </a:lnTo>
                <a:close/>
                <a:moveTo>
                  <a:pt x="2578894" y="2578894"/>
                </a:moveTo>
                <a:lnTo>
                  <a:pt x="2993231" y="2578894"/>
                </a:lnTo>
                <a:lnTo>
                  <a:pt x="2993231" y="2993231"/>
                </a:lnTo>
                <a:lnTo>
                  <a:pt x="2578894" y="2993231"/>
                </a:lnTo>
                <a:lnTo>
                  <a:pt x="2578894" y="2578894"/>
                </a:lnTo>
                <a:close/>
                <a:moveTo>
                  <a:pt x="3007519" y="2578894"/>
                </a:moveTo>
                <a:lnTo>
                  <a:pt x="3421856" y="2578894"/>
                </a:lnTo>
                <a:lnTo>
                  <a:pt x="3421856" y="2993231"/>
                </a:lnTo>
                <a:lnTo>
                  <a:pt x="3007519" y="2993231"/>
                </a:lnTo>
                <a:lnTo>
                  <a:pt x="3007519" y="2578894"/>
                </a:lnTo>
                <a:close/>
                <a:moveTo>
                  <a:pt x="2993231" y="3007519"/>
                </a:moveTo>
                <a:lnTo>
                  <a:pt x="2993231" y="3421856"/>
                </a:lnTo>
                <a:lnTo>
                  <a:pt x="2578894" y="3421856"/>
                </a:lnTo>
                <a:lnTo>
                  <a:pt x="2578894" y="3007519"/>
                </a:lnTo>
                <a:lnTo>
                  <a:pt x="2993231" y="3007519"/>
                </a:lnTo>
                <a:close/>
                <a:moveTo>
                  <a:pt x="3007519" y="3007519"/>
                </a:moveTo>
                <a:lnTo>
                  <a:pt x="3421856" y="3007519"/>
                </a:lnTo>
                <a:lnTo>
                  <a:pt x="3421856" y="3421856"/>
                </a:lnTo>
                <a:lnTo>
                  <a:pt x="3007519" y="3421856"/>
                </a:lnTo>
                <a:lnTo>
                  <a:pt x="3007519" y="3007519"/>
                </a:lnTo>
                <a:close/>
                <a:moveTo>
                  <a:pt x="3850481" y="2578894"/>
                </a:moveTo>
                <a:lnTo>
                  <a:pt x="3850481" y="2993231"/>
                </a:lnTo>
                <a:lnTo>
                  <a:pt x="3436144" y="2993231"/>
                </a:lnTo>
                <a:lnTo>
                  <a:pt x="3436144" y="2578894"/>
                </a:lnTo>
                <a:lnTo>
                  <a:pt x="3850481" y="2578894"/>
                </a:lnTo>
                <a:close/>
                <a:moveTo>
                  <a:pt x="3421856" y="2564606"/>
                </a:moveTo>
                <a:lnTo>
                  <a:pt x="3007519" y="2564606"/>
                </a:lnTo>
                <a:lnTo>
                  <a:pt x="3007519" y="2150269"/>
                </a:lnTo>
                <a:lnTo>
                  <a:pt x="3421856" y="2150269"/>
                </a:lnTo>
                <a:lnTo>
                  <a:pt x="3421856" y="2564606"/>
                </a:lnTo>
                <a:close/>
                <a:moveTo>
                  <a:pt x="3421856" y="1721644"/>
                </a:moveTo>
                <a:lnTo>
                  <a:pt x="3421856" y="2135981"/>
                </a:lnTo>
                <a:lnTo>
                  <a:pt x="3007519" y="2135981"/>
                </a:lnTo>
                <a:lnTo>
                  <a:pt x="3007519" y="1721644"/>
                </a:lnTo>
                <a:lnTo>
                  <a:pt x="3421856" y="1721644"/>
                </a:lnTo>
                <a:close/>
                <a:moveTo>
                  <a:pt x="2993231" y="1293019"/>
                </a:moveTo>
                <a:lnTo>
                  <a:pt x="2993231" y="1707356"/>
                </a:lnTo>
                <a:lnTo>
                  <a:pt x="2578894" y="1707356"/>
                </a:lnTo>
                <a:lnTo>
                  <a:pt x="2578894" y="1293019"/>
                </a:lnTo>
                <a:lnTo>
                  <a:pt x="2993231" y="1293019"/>
                </a:lnTo>
                <a:close/>
                <a:moveTo>
                  <a:pt x="2564606" y="1293019"/>
                </a:moveTo>
                <a:lnTo>
                  <a:pt x="2564606" y="1707356"/>
                </a:lnTo>
                <a:lnTo>
                  <a:pt x="2150269" y="1707356"/>
                </a:lnTo>
                <a:lnTo>
                  <a:pt x="2150269" y="1293019"/>
                </a:lnTo>
                <a:lnTo>
                  <a:pt x="2564606" y="1293019"/>
                </a:lnTo>
                <a:close/>
                <a:moveTo>
                  <a:pt x="2135981" y="864394"/>
                </a:moveTo>
                <a:lnTo>
                  <a:pt x="2135981" y="1278731"/>
                </a:lnTo>
                <a:lnTo>
                  <a:pt x="1721644" y="1278731"/>
                </a:lnTo>
                <a:lnTo>
                  <a:pt x="1721644" y="864394"/>
                </a:lnTo>
                <a:lnTo>
                  <a:pt x="2135981" y="864394"/>
                </a:lnTo>
                <a:close/>
                <a:moveTo>
                  <a:pt x="1707356" y="864394"/>
                </a:moveTo>
                <a:lnTo>
                  <a:pt x="1707356" y="1278731"/>
                </a:lnTo>
                <a:lnTo>
                  <a:pt x="1293019" y="1278731"/>
                </a:lnTo>
                <a:lnTo>
                  <a:pt x="1293019" y="864394"/>
                </a:lnTo>
                <a:lnTo>
                  <a:pt x="1707356" y="864394"/>
                </a:lnTo>
                <a:close/>
                <a:moveTo>
                  <a:pt x="1278731" y="435769"/>
                </a:moveTo>
                <a:lnTo>
                  <a:pt x="1278731" y="850106"/>
                </a:lnTo>
                <a:lnTo>
                  <a:pt x="864394" y="850106"/>
                </a:lnTo>
                <a:lnTo>
                  <a:pt x="864394" y="435769"/>
                </a:lnTo>
                <a:lnTo>
                  <a:pt x="1278731" y="435769"/>
                </a:lnTo>
                <a:close/>
                <a:moveTo>
                  <a:pt x="435769" y="850106"/>
                </a:moveTo>
                <a:lnTo>
                  <a:pt x="435769" y="435769"/>
                </a:lnTo>
                <a:lnTo>
                  <a:pt x="850106" y="435769"/>
                </a:lnTo>
                <a:lnTo>
                  <a:pt x="850106" y="850106"/>
                </a:lnTo>
                <a:lnTo>
                  <a:pt x="435769" y="850106"/>
                </a:lnTo>
                <a:close/>
                <a:moveTo>
                  <a:pt x="864394" y="864394"/>
                </a:moveTo>
                <a:lnTo>
                  <a:pt x="1278731" y="864394"/>
                </a:lnTo>
                <a:lnTo>
                  <a:pt x="1278731" y="1278731"/>
                </a:lnTo>
                <a:lnTo>
                  <a:pt x="864394" y="1278731"/>
                </a:lnTo>
                <a:lnTo>
                  <a:pt x="864394" y="864394"/>
                </a:lnTo>
                <a:close/>
                <a:moveTo>
                  <a:pt x="864394" y="1707356"/>
                </a:moveTo>
                <a:lnTo>
                  <a:pt x="864394" y="1293019"/>
                </a:lnTo>
                <a:lnTo>
                  <a:pt x="1278731" y="1293019"/>
                </a:lnTo>
                <a:lnTo>
                  <a:pt x="1278731" y="1707356"/>
                </a:lnTo>
                <a:lnTo>
                  <a:pt x="864394" y="1707356"/>
                </a:lnTo>
                <a:close/>
                <a:moveTo>
                  <a:pt x="1293019" y="1721644"/>
                </a:moveTo>
                <a:lnTo>
                  <a:pt x="1707356" y="1721644"/>
                </a:lnTo>
                <a:lnTo>
                  <a:pt x="1707356" y="2135981"/>
                </a:lnTo>
                <a:lnTo>
                  <a:pt x="1293019" y="2135981"/>
                </a:lnTo>
                <a:lnTo>
                  <a:pt x="1293019" y="1721644"/>
                </a:lnTo>
                <a:close/>
                <a:moveTo>
                  <a:pt x="1293019" y="2564606"/>
                </a:moveTo>
                <a:lnTo>
                  <a:pt x="1293019" y="2150269"/>
                </a:lnTo>
                <a:lnTo>
                  <a:pt x="1707356" y="2150269"/>
                </a:lnTo>
                <a:lnTo>
                  <a:pt x="1707356" y="2564606"/>
                </a:lnTo>
                <a:lnTo>
                  <a:pt x="1293019" y="2564606"/>
                </a:lnTo>
                <a:close/>
                <a:moveTo>
                  <a:pt x="1721644" y="2993231"/>
                </a:moveTo>
                <a:lnTo>
                  <a:pt x="1721644" y="2578894"/>
                </a:lnTo>
                <a:lnTo>
                  <a:pt x="2135981" y="2578894"/>
                </a:lnTo>
                <a:lnTo>
                  <a:pt x="2135981" y="2993231"/>
                </a:lnTo>
                <a:lnTo>
                  <a:pt x="1721644" y="2993231"/>
                </a:lnTo>
                <a:close/>
                <a:moveTo>
                  <a:pt x="2150269" y="3421856"/>
                </a:moveTo>
                <a:lnTo>
                  <a:pt x="2150269" y="3007519"/>
                </a:lnTo>
                <a:lnTo>
                  <a:pt x="2564606" y="3007519"/>
                </a:lnTo>
                <a:lnTo>
                  <a:pt x="2564606" y="3421856"/>
                </a:lnTo>
                <a:lnTo>
                  <a:pt x="2150269" y="3421856"/>
                </a:lnTo>
                <a:close/>
                <a:moveTo>
                  <a:pt x="2578894" y="3850481"/>
                </a:moveTo>
                <a:lnTo>
                  <a:pt x="2578894" y="3436144"/>
                </a:lnTo>
                <a:lnTo>
                  <a:pt x="2993231" y="3436144"/>
                </a:lnTo>
                <a:lnTo>
                  <a:pt x="2993231" y="3850481"/>
                </a:lnTo>
                <a:lnTo>
                  <a:pt x="2578894" y="3850481"/>
                </a:lnTo>
                <a:close/>
                <a:moveTo>
                  <a:pt x="3007519" y="3850481"/>
                </a:moveTo>
                <a:lnTo>
                  <a:pt x="3007519" y="3436144"/>
                </a:lnTo>
                <a:lnTo>
                  <a:pt x="3421856" y="3436144"/>
                </a:lnTo>
                <a:lnTo>
                  <a:pt x="3421856" y="3850481"/>
                </a:lnTo>
                <a:lnTo>
                  <a:pt x="3007519" y="3850481"/>
                </a:lnTo>
                <a:close/>
                <a:moveTo>
                  <a:pt x="3436144" y="4279106"/>
                </a:moveTo>
                <a:lnTo>
                  <a:pt x="3436144" y="3864769"/>
                </a:lnTo>
                <a:lnTo>
                  <a:pt x="3850481" y="3864769"/>
                </a:lnTo>
                <a:lnTo>
                  <a:pt x="3850481" y="4279106"/>
                </a:lnTo>
                <a:lnTo>
                  <a:pt x="3436144" y="4279106"/>
                </a:lnTo>
                <a:close/>
                <a:moveTo>
                  <a:pt x="3864769" y="4279106"/>
                </a:moveTo>
                <a:lnTo>
                  <a:pt x="3864769" y="3864769"/>
                </a:lnTo>
                <a:lnTo>
                  <a:pt x="4279106" y="3864769"/>
                </a:lnTo>
                <a:lnTo>
                  <a:pt x="4279106" y="4279106"/>
                </a:lnTo>
                <a:lnTo>
                  <a:pt x="3864769" y="4279106"/>
                </a:lnTo>
                <a:close/>
                <a:moveTo>
                  <a:pt x="4293394" y="4707731"/>
                </a:moveTo>
                <a:lnTo>
                  <a:pt x="4293394" y="4293394"/>
                </a:lnTo>
                <a:lnTo>
                  <a:pt x="4707731" y="4293394"/>
                </a:lnTo>
                <a:lnTo>
                  <a:pt x="4707731" y="4707731"/>
                </a:lnTo>
                <a:lnTo>
                  <a:pt x="4293394" y="4707731"/>
                </a:lnTo>
                <a:close/>
              </a:path>
            </a:pathLst>
          </a:custGeom>
          <a:gradFill flip="none" rotWithShape="1">
            <a:gsLst>
              <a:gs pos="19000">
                <a:schemeClr val="accent3">
                  <a:lumMod val="20000"/>
                  <a:lumOff val="80000"/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72">
            <a:extLst>
              <a:ext uri="{FF2B5EF4-FFF2-40B4-BE49-F238E27FC236}">
                <a16:creationId xmlns:a16="http://schemas.microsoft.com/office/drawing/2014/main" id="{8E3116EC-FC33-65D3-69B0-BE49D1B0D1ED}"/>
              </a:ext>
            </a:extLst>
          </p:cNvPr>
          <p:cNvSpPr/>
          <p:nvPr/>
        </p:nvSpPr>
        <p:spPr>
          <a:xfrm>
            <a:off x="2184741" y="162106"/>
            <a:ext cx="6849208" cy="6849208"/>
          </a:xfrm>
          <a:custGeom>
            <a:avLst/>
            <a:gdLst>
              <a:gd name="connsiteX0" fmla="*/ 5143500 w 5143500"/>
              <a:gd name="connsiteY0" fmla="*/ 4707731 h 5143500"/>
              <a:gd name="connsiteX1" fmla="*/ 4722019 w 5143500"/>
              <a:gd name="connsiteY1" fmla="*/ 4707731 h 5143500"/>
              <a:gd name="connsiteX2" fmla="*/ 4722019 w 5143500"/>
              <a:gd name="connsiteY2" fmla="*/ 4293394 h 5143500"/>
              <a:gd name="connsiteX3" fmla="*/ 4914900 w 5143500"/>
              <a:gd name="connsiteY3" fmla="*/ 4293394 h 5143500"/>
              <a:gd name="connsiteX4" fmla="*/ 4914900 w 5143500"/>
              <a:gd name="connsiteY4" fmla="*/ 4279106 h 5143500"/>
              <a:gd name="connsiteX5" fmla="*/ 4722019 w 5143500"/>
              <a:gd name="connsiteY5" fmla="*/ 4279106 h 5143500"/>
              <a:gd name="connsiteX6" fmla="*/ 4722019 w 5143500"/>
              <a:gd name="connsiteY6" fmla="*/ 1971675 h 5143500"/>
              <a:gd name="connsiteX7" fmla="*/ 4707731 w 5143500"/>
              <a:gd name="connsiteY7" fmla="*/ 1971675 h 5143500"/>
              <a:gd name="connsiteX8" fmla="*/ 4707731 w 5143500"/>
              <a:gd name="connsiteY8" fmla="*/ 4279106 h 5143500"/>
              <a:gd name="connsiteX9" fmla="*/ 4293394 w 5143500"/>
              <a:gd name="connsiteY9" fmla="*/ 4279106 h 5143500"/>
              <a:gd name="connsiteX10" fmla="*/ 4293394 w 5143500"/>
              <a:gd name="connsiteY10" fmla="*/ 3864769 h 5143500"/>
              <a:gd name="connsiteX11" fmla="*/ 4614863 w 5143500"/>
              <a:gd name="connsiteY11" fmla="*/ 3864769 h 5143500"/>
              <a:gd name="connsiteX12" fmla="*/ 4614863 w 5143500"/>
              <a:gd name="connsiteY12" fmla="*/ 3850481 h 5143500"/>
              <a:gd name="connsiteX13" fmla="*/ 4293394 w 5143500"/>
              <a:gd name="connsiteY13" fmla="*/ 3850481 h 5143500"/>
              <a:gd name="connsiteX14" fmla="*/ 4293394 w 5143500"/>
              <a:gd name="connsiteY14" fmla="*/ 3436144 h 5143500"/>
              <a:gd name="connsiteX15" fmla="*/ 4457700 w 5143500"/>
              <a:gd name="connsiteY15" fmla="*/ 3436144 h 5143500"/>
              <a:gd name="connsiteX16" fmla="*/ 4457700 w 5143500"/>
              <a:gd name="connsiteY16" fmla="*/ 3421856 h 5143500"/>
              <a:gd name="connsiteX17" fmla="*/ 4293394 w 5143500"/>
              <a:gd name="connsiteY17" fmla="*/ 3421856 h 5143500"/>
              <a:gd name="connsiteX18" fmla="*/ 4293394 w 5143500"/>
              <a:gd name="connsiteY18" fmla="*/ 1774508 h 5143500"/>
              <a:gd name="connsiteX19" fmla="*/ 4279106 w 5143500"/>
              <a:gd name="connsiteY19" fmla="*/ 1774508 h 5143500"/>
              <a:gd name="connsiteX20" fmla="*/ 4279106 w 5143500"/>
              <a:gd name="connsiteY20" fmla="*/ 3421856 h 5143500"/>
              <a:gd name="connsiteX21" fmla="*/ 3864769 w 5143500"/>
              <a:gd name="connsiteY21" fmla="*/ 3421856 h 5143500"/>
              <a:gd name="connsiteX22" fmla="*/ 3864769 w 5143500"/>
              <a:gd name="connsiteY22" fmla="*/ 3007519 h 5143500"/>
              <a:gd name="connsiteX23" fmla="*/ 4229100 w 5143500"/>
              <a:gd name="connsiteY23" fmla="*/ 3007519 h 5143500"/>
              <a:gd name="connsiteX24" fmla="*/ 4229100 w 5143500"/>
              <a:gd name="connsiteY24" fmla="*/ 2993231 h 5143500"/>
              <a:gd name="connsiteX25" fmla="*/ 3864769 w 5143500"/>
              <a:gd name="connsiteY25" fmla="*/ 2993231 h 5143500"/>
              <a:gd name="connsiteX26" fmla="*/ 3864769 w 5143500"/>
              <a:gd name="connsiteY26" fmla="*/ 2578894 h 5143500"/>
              <a:gd name="connsiteX27" fmla="*/ 4000500 w 5143500"/>
              <a:gd name="connsiteY27" fmla="*/ 2578894 h 5143500"/>
              <a:gd name="connsiteX28" fmla="*/ 4000500 w 5143500"/>
              <a:gd name="connsiteY28" fmla="*/ 2564606 h 5143500"/>
              <a:gd name="connsiteX29" fmla="*/ 3864769 w 5143500"/>
              <a:gd name="connsiteY29" fmla="*/ 2564606 h 5143500"/>
              <a:gd name="connsiteX30" fmla="*/ 3864769 w 5143500"/>
              <a:gd name="connsiteY30" fmla="*/ 1577340 h 5143500"/>
              <a:gd name="connsiteX31" fmla="*/ 3850481 w 5143500"/>
              <a:gd name="connsiteY31" fmla="*/ 1577340 h 5143500"/>
              <a:gd name="connsiteX32" fmla="*/ 3850481 w 5143500"/>
              <a:gd name="connsiteY32" fmla="*/ 2564606 h 5143500"/>
              <a:gd name="connsiteX33" fmla="*/ 3436144 w 5143500"/>
              <a:gd name="connsiteY33" fmla="*/ 2564606 h 5143500"/>
              <a:gd name="connsiteX34" fmla="*/ 3436144 w 5143500"/>
              <a:gd name="connsiteY34" fmla="*/ 2150269 h 5143500"/>
              <a:gd name="connsiteX35" fmla="*/ 3771900 w 5143500"/>
              <a:gd name="connsiteY35" fmla="*/ 2150269 h 5143500"/>
              <a:gd name="connsiteX36" fmla="*/ 3771900 w 5143500"/>
              <a:gd name="connsiteY36" fmla="*/ 2135981 h 5143500"/>
              <a:gd name="connsiteX37" fmla="*/ 3436144 w 5143500"/>
              <a:gd name="connsiteY37" fmla="*/ 2135981 h 5143500"/>
              <a:gd name="connsiteX38" fmla="*/ 3436144 w 5143500"/>
              <a:gd name="connsiteY38" fmla="*/ 1721644 h 5143500"/>
              <a:gd name="connsiteX39" fmla="*/ 3543300 w 5143500"/>
              <a:gd name="connsiteY39" fmla="*/ 1721644 h 5143500"/>
              <a:gd name="connsiteX40" fmla="*/ 3543300 w 5143500"/>
              <a:gd name="connsiteY40" fmla="*/ 1707356 h 5143500"/>
              <a:gd name="connsiteX41" fmla="*/ 3436144 w 5143500"/>
              <a:gd name="connsiteY41" fmla="*/ 1707356 h 5143500"/>
              <a:gd name="connsiteX42" fmla="*/ 3436144 w 5143500"/>
              <a:gd name="connsiteY42" fmla="*/ 1380173 h 5143500"/>
              <a:gd name="connsiteX43" fmla="*/ 3421856 w 5143500"/>
              <a:gd name="connsiteY43" fmla="*/ 1380173 h 5143500"/>
              <a:gd name="connsiteX44" fmla="*/ 3421856 w 5143500"/>
              <a:gd name="connsiteY44" fmla="*/ 1707356 h 5143500"/>
              <a:gd name="connsiteX45" fmla="*/ 3007519 w 5143500"/>
              <a:gd name="connsiteY45" fmla="*/ 1707356 h 5143500"/>
              <a:gd name="connsiteX46" fmla="*/ 3007519 w 5143500"/>
              <a:gd name="connsiteY46" fmla="*/ 1293019 h 5143500"/>
              <a:gd name="connsiteX47" fmla="*/ 3314700 w 5143500"/>
              <a:gd name="connsiteY47" fmla="*/ 1293019 h 5143500"/>
              <a:gd name="connsiteX48" fmla="*/ 3314700 w 5143500"/>
              <a:gd name="connsiteY48" fmla="*/ 1278731 h 5143500"/>
              <a:gd name="connsiteX49" fmla="*/ 3007519 w 5143500"/>
              <a:gd name="connsiteY49" fmla="*/ 1278731 h 5143500"/>
              <a:gd name="connsiteX50" fmla="*/ 3007519 w 5143500"/>
              <a:gd name="connsiteY50" fmla="*/ 1183005 h 5143500"/>
              <a:gd name="connsiteX51" fmla="*/ 2993231 w 5143500"/>
              <a:gd name="connsiteY51" fmla="*/ 1183005 h 5143500"/>
              <a:gd name="connsiteX52" fmla="*/ 2993231 w 5143500"/>
              <a:gd name="connsiteY52" fmla="*/ 1278731 h 5143500"/>
              <a:gd name="connsiteX53" fmla="*/ 2578894 w 5143500"/>
              <a:gd name="connsiteY53" fmla="*/ 1278731 h 5143500"/>
              <a:gd name="connsiteX54" fmla="*/ 2578894 w 5143500"/>
              <a:gd name="connsiteY54" fmla="*/ 985838 h 5143500"/>
              <a:gd name="connsiteX55" fmla="*/ 2564606 w 5143500"/>
              <a:gd name="connsiteY55" fmla="*/ 985838 h 5143500"/>
              <a:gd name="connsiteX56" fmla="*/ 2564606 w 5143500"/>
              <a:gd name="connsiteY56" fmla="*/ 1278731 h 5143500"/>
              <a:gd name="connsiteX57" fmla="*/ 2150269 w 5143500"/>
              <a:gd name="connsiteY57" fmla="*/ 1278731 h 5143500"/>
              <a:gd name="connsiteX58" fmla="*/ 2150269 w 5143500"/>
              <a:gd name="connsiteY58" fmla="*/ 864394 h 5143500"/>
              <a:gd name="connsiteX59" fmla="*/ 3086100 w 5143500"/>
              <a:gd name="connsiteY59" fmla="*/ 864394 h 5143500"/>
              <a:gd name="connsiteX60" fmla="*/ 3086100 w 5143500"/>
              <a:gd name="connsiteY60" fmla="*/ 850106 h 5143500"/>
              <a:gd name="connsiteX61" fmla="*/ 2150269 w 5143500"/>
              <a:gd name="connsiteY61" fmla="*/ 850106 h 5143500"/>
              <a:gd name="connsiteX62" fmla="*/ 2150269 w 5143500"/>
              <a:gd name="connsiteY62" fmla="*/ 788670 h 5143500"/>
              <a:gd name="connsiteX63" fmla="*/ 2135981 w 5143500"/>
              <a:gd name="connsiteY63" fmla="*/ 788670 h 5143500"/>
              <a:gd name="connsiteX64" fmla="*/ 2135981 w 5143500"/>
              <a:gd name="connsiteY64" fmla="*/ 850106 h 5143500"/>
              <a:gd name="connsiteX65" fmla="*/ 1721644 w 5143500"/>
              <a:gd name="connsiteY65" fmla="*/ 850106 h 5143500"/>
              <a:gd name="connsiteX66" fmla="*/ 1721644 w 5143500"/>
              <a:gd name="connsiteY66" fmla="*/ 591503 h 5143500"/>
              <a:gd name="connsiteX67" fmla="*/ 1707356 w 5143500"/>
              <a:gd name="connsiteY67" fmla="*/ 591503 h 5143500"/>
              <a:gd name="connsiteX68" fmla="*/ 1707356 w 5143500"/>
              <a:gd name="connsiteY68" fmla="*/ 850106 h 5143500"/>
              <a:gd name="connsiteX69" fmla="*/ 1293019 w 5143500"/>
              <a:gd name="connsiteY69" fmla="*/ 850106 h 5143500"/>
              <a:gd name="connsiteX70" fmla="*/ 1293019 w 5143500"/>
              <a:gd name="connsiteY70" fmla="*/ 435769 h 5143500"/>
              <a:gd name="connsiteX71" fmla="*/ 2857500 w 5143500"/>
              <a:gd name="connsiteY71" fmla="*/ 435769 h 5143500"/>
              <a:gd name="connsiteX72" fmla="*/ 2857500 w 5143500"/>
              <a:gd name="connsiteY72" fmla="*/ 421481 h 5143500"/>
              <a:gd name="connsiteX73" fmla="*/ 1293019 w 5143500"/>
              <a:gd name="connsiteY73" fmla="*/ 421481 h 5143500"/>
              <a:gd name="connsiteX74" fmla="*/ 1293019 w 5143500"/>
              <a:gd name="connsiteY74" fmla="*/ 394335 h 5143500"/>
              <a:gd name="connsiteX75" fmla="*/ 1278731 w 5143500"/>
              <a:gd name="connsiteY75" fmla="*/ 394335 h 5143500"/>
              <a:gd name="connsiteX76" fmla="*/ 1278731 w 5143500"/>
              <a:gd name="connsiteY76" fmla="*/ 421481 h 5143500"/>
              <a:gd name="connsiteX77" fmla="*/ 864394 w 5143500"/>
              <a:gd name="connsiteY77" fmla="*/ 421481 h 5143500"/>
              <a:gd name="connsiteX78" fmla="*/ 864394 w 5143500"/>
              <a:gd name="connsiteY78" fmla="*/ 197168 h 5143500"/>
              <a:gd name="connsiteX79" fmla="*/ 850106 w 5143500"/>
              <a:gd name="connsiteY79" fmla="*/ 197168 h 5143500"/>
              <a:gd name="connsiteX80" fmla="*/ 850106 w 5143500"/>
              <a:gd name="connsiteY80" fmla="*/ 421481 h 5143500"/>
              <a:gd name="connsiteX81" fmla="*/ 435769 w 5143500"/>
              <a:gd name="connsiteY81" fmla="*/ 421481 h 5143500"/>
              <a:gd name="connsiteX82" fmla="*/ 435769 w 5143500"/>
              <a:gd name="connsiteY82" fmla="*/ 0 h 5143500"/>
              <a:gd name="connsiteX83" fmla="*/ 421481 w 5143500"/>
              <a:gd name="connsiteY83" fmla="*/ 0 h 5143500"/>
              <a:gd name="connsiteX84" fmla="*/ 421481 w 5143500"/>
              <a:gd name="connsiteY84" fmla="*/ 421481 h 5143500"/>
              <a:gd name="connsiteX85" fmla="*/ 0 w 5143500"/>
              <a:gd name="connsiteY85" fmla="*/ 421481 h 5143500"/>
              <a:gd name="connsiteX86" fmla="*/ 0 w 5143500"/>
              <a:gd name="connsiteY86" fmla="*/ 435769 h 5143500"/>
              <a:gd name="connsiteX87" fmla="*/ 421481 w 5143500"/>
              <a:gd name="connsiteY87" fmla="*/ 435769 h 5143500"/>
              <a:gd name="connsiteX88" fmla="*/ 421481 w 5143500"/>
              <a:gd name="connsiteY88" fmla="*/ 850106 h 5143500"/>
              <a:gd name="connsiteX89" fmla="*/ 248603 w 5143500"/>
              <a:gd name="connsiteY89" fmla="*/ 850106 h 5143500"/>
              <a:gd name="connsiteX90" fmla="*/ 248603 w 5143500"/>
              <a:gd name="connsiteY90" fmla="*/ 864394 h 5143500"/>
              <a:gd name="connsiteX91" fmla="*/ 421481 w 5143500"/>
              <a:gd name="connsiteY91" fmla="*/ 864394 h 5143500"/>
              <a:gd name="connsiteX92" fmla="*/ 421481 w 5143500"/>
              <a:gd name="connsiteY92" fmla="*/ 2657475 h 5143500"/>
              <a:gd name="connsiteX93" fmla="*/ 435769 w 5143500"/>
              <a:gd name="connsiteY93" fmla="*/ 2657475 h 5143500"/>
              <a:gd name="connsiteX94" fmla="*/ 435769 w 5143500"/>
              <a:gd name="connsiteY94" fmla="*/ 864394 h 5143500"/>
              <a:gd name="connsiteX95" fmla="*/ 850106 w 5143500"/>
              <a:gd name="connsiteY95" fmla="*/ 864394 h 5143500"/>
              <a:gd name="connsiteX96" fmla="*/ 850106 w 5143500"/>
              <a:gd name="connsiteY96" fmla="*/ 1278731 h 5143500"/>
              <a:gd name="connsiteX97" fmla="*/ 497205 w 5143500"/>
              <a:gd name="connsiteY97" fmla="*/ 1278731 h 5143500"/>
              <a:gd name="connsiteX98" fmla="*/ 497205 w 5143500"/>
              <a:gd name="connsiteY98" fmla="*/ 1293019 h 5143500"/>
              <a:gd name="connsiteX99" fmla="*/ 850106 w 5143500"/>
              <a:gd name="connsiteY99" fmla="*/ 1293019 h 5143500"/>
              <a:gd name="connsiteX100" fmla="*/ 850106 w 5143500"/>
              <a:gd name="connsiteY100" fmla="*/ 1707356 h 5143500"/>
              <a:gd name="connsiteX101" fmla="*/ 745807 w 5143500"/>
              <a:gd name="connsiteY101" fmla="*/ 1707356 h 5143500"/>
              <a:gd name="connsiteX102" fmla="*/ 745807 w 5143500"/>
              <a:gd name="connsiteY102" fmla="*/ 1721644 h 5143500"/>
              <a:gd name="connsiteX103" fmla="*/ 850106 w 5143500"/>
              <a:gd name="connsiteY103" fmla="*/ 1721644 h 5143500"/>
              <a:gd name="connsiteX104" fmla="*/ 850106 w 5143500"/>
              <a:gd name="connsiteY104" fmla="*/ 2906078 h 5143500"/>
              <a:gd name="connsiteX105" fmla="*/ 864394 w 5143500"/>
              <a:gd name="connsiteY105" fmla="*/ 2906078 h 5143500"/>
              <a:gd name="connsiteX106" fmla="*/ 864394 w 5143500"/>
              <a:gd name="connsiteY106" fmla="*/ 1721644 h 5143500"/>
              <a:gd name="connsiteX107" fmla="*/ 1278731 w 5143500"/>
              <a:gd name="connsiteY107" fmla="*/ 1721644 h 5143500"/>
              <a:gd name="connsiteX108" fmla="*/ 1278731 w 5143500"/>
              <a:gd name="connsiteY108" fmla="*/ 2135981 h 5143500"/>
              <a:gd name="connsiteX109" fmla="*/ 994410 w 5143500"/>
              <a:gd name="connsiteY109" fmla="*/ 2135981 h 5143500"/>
              <a:gd name="connsiteX110" fmla="*/ 994410 w 5143500"/>
              <a:gd name="connsiteY110" fmla="*/ 2150269 h 5143500"/>
              <a:gd name="connsiteX111" fmla="*/ 1278731 w 5143500"/>
              <a:gd name="connsiteY111" fmla="*/ 2150269 h 5143500"/>
              <a:gd name="connsiteX112" fmla="*/ 1278731 w 5143500"/>
              <a:gd name="connsiteY112" fmla="*/ 2564606 h 5143500"/>
              <a:gd name="connsiteX113" fmla="*/ 1243013 w 5143500"/>
              <a:gd name="connsiteY113" fmla="*/ 2564606 h 5143500"/>
              <a:gd name="connsiteX114" fmla="*/ 1243013 w 5143500"/>
              <a:gd name="connsiteY114" fmla="*/ 2578894 h 5143500"/>
              <a:gd name="connsiteX115" fmla="*/ 1278731 w 5143500"/>
              <a:gd name="connsiteY115" fmla="*/ 2578894 h 5143500"/>
              <a:gd name="connsiteX116" fmla="*/ 1278731 w 5143500"/>
              <a:gd name="connsiteY116" fmla="*/ 3154680 h 5143500"/>
              <a:gd name="connsiteX117" fmla="*/ 1293019 w 5143500"/>
              <a:gd name="connsiteY117" fmla="*/ 3154680 h 5143500"/>
              <a:gd name="connsiteX118" fmla="*/ 1293019 w 5143500"/>
              <a:gd name="connsiteY118" fmla="*/ 2578894 h 5143500"/>
              <a:gd name="connsiteX119" fmla="*/ 1707356 w 5143500"/>
              <a:gd name="connsiteY119" fmla="*/ 2578894 h 5143500"/>
              <a:gd name="connsiteX120" fmla="*/ 1707356 w 5143500"/>
              <a:gd name="connsiteY120" fmla="*/ 2993231 h 5143500"/>
              <a:gd name="connsiteX121" fmla="*/ 1491615 w 5143500"/>
              <a:gd name="connsiteY121" fmla="*/ 2993231 h 5143500"/>
              <a:gd name="connsiteX122" fmla="*/ 1491615 w 5143500"/>
              <a:gd name="connsiteY122" fmla="*/ 3007519 h 5143500"/>
              <a:gd name="connsiteX123" fmla="*/ 1707356 w 5143500"/>
              <a:gd name="connsiteY123" fmla="*/ 3007519 h 5143500"/>
              <a:gd name="connsiteX124" fmla="*/ 1707356 w 5143500"/>
              <a:gd name="connsiteY124" fmla="*/ 3403283 h 5143500"/>
              <a:gd name="connsiteX125" fmla="*/ 1721644 w 5143500"/>
              <a:gd name="connsiteY125" fmla="*/ 3403283 h 5143500"/>
              <a:gd name="connsiteX126" fmla="*/ 1721644 w 5143500"/>
              <a:gd name="connsiteY126" fmla="*/ 3007519 h 5143500"/>
              <a:gd name="connsiteX127" fmla="*/ 2135981 w 5143500"/>
              <a:gd name="connsiteY127" fmla="*/ 3007519 h 5143500"/>
              <a:gd name="connsiteX128" fmla="*/ 2135981 w 5143500"/>
              <a:gd name="connsiteY128" fmla="*/ 3421856 h 5143500"/>
              <a:gd name="connsiteX129" fmla="*/ 1740218 w 5143500"/>
              <a:gd name="connsiteY129" fmla="*/ 3421856 h 5143500"/>
              <a:gd name="connsiteX130" fmla="*/ 1740218 w 5143500"/>
              <a:gd name="connsiteY130" fmla="*/ 3436144 h 5143500"/>
              <a:gd name="connsiteX131" fmla="*/ 2135981 w 5143500"/>
              <a:gd name="connsiteY131" fmla="*/ 3436144 h 5143500"/>
              <a:gd name="connsiteX132" fmla="*/ 2135981 w 5143500"/>
              <a:gd name="connsiteY132" fmla="*/ 3651885 h 5143500"/>
              <a:gd name="connsiteX133" fmla="*/ 2150269 w 5143500"/>
              <a:gd name="connsiteY133" fmla="*/ 3651885 h 5143500"/>
              <a:gd name="connsiteX134" fmla="*/ 2150269 w 5143500"/>
              <a:gd name="connsiteY134" fmla="*/ 3436144 h 5143500"/>
              <a:gd name="connsiteX135" fmla="*/ 2564606 w 5143500"/>
              <a:gd name="connsiteY135" fmla="*/ 3436144 h 5143500"/>
              <a:gd name="connsiteX136" fmla="*/ 2564606 w 5143500"/>
              <a:gd name="connsiteY136" fmla="*/ 3850481 h 5143500"/>
              <a:gd name="connsiteX137" fmla="*/ 1988820 w 5143500"/>
              <a:gd name="connsiteY137" fmla="*/ 3850481 h 5143500"/>
              <a:gd name="connsiteX138" fmla="*/ 1988820 w 5143500"/>
              <a:gd name="connsiteY138" fmla="*/ 3864769 h 5143500"/>
              <a:gd name="connsiteX139" fmla="*/ 2564606 w 5143500"/>
              <a:gd name="connsiteY139" fmla="*/ 3864769 h 5143500"/>
              <a:gd name="connsiteX140" fmla="*/ 2564606 w 5143500"/>
              <a:gd name="connsiteY140" fmla="*/ 3900488 h 5143500"/>
              <a:gd name="connsiteX141" fmla="*/ 2578894 w 5143500"/>
              <a:gd name="connsiteY141" fmla="*/ 3900488 h 5143500"/>
              <a:gd name="connsiteX142" fmla="*/ 2578894 w 5143500"/>
              <a:gd name="connsiteY142" fmla="*/ 3864769 h 5143500"/>
              <a:gd name="connsiteX143" fmla="*/ 2993231 w 5143500"/>
              <a:gd name="connsiteY143" fmla="*/ 3864769 h 5143500"/>
              <a:gd name="connsiteX144" fmla="*/ 2993231 w 5143500"/>
              <a:gd name="connsiteY144" fmla="*/ 4149090 h 5143500"/>
              <a:gd name="connsiteX145" fmla="*/ 3007519 w 5143500"/>
              <a:gd name="connsiteY145" fmla="*/ 4149090 h 5143500"/>
              <a:gd name="connsiteX146" fmla="*/ 3007519 w 5143500"/>
              <a:gd name="connsiteY146" fmla="*/ 3864769 h 5143500"/>
              <a:gd name="connsiteX147" fmla="*/ 3421856 w 5143500"/>
              <a:gd name="connsiteY147" fmla="*/ 3864769 h 5143500"/>
              <a:gd name="connsiteX148" fmla="*/ 3421856 w 5143500"/>
              <a:gd name="connsiteY148" fmla="*/ 4279106 h 5143500"/>
              <a:gd name="connsiteX149" fmla="*/ 2237423 w 5143500"/>
              <a:gd name="connsiteY149" fmla="*/ 4279106 h 5143500"/>
              <a:gd name="connsiteX150" fmla="*/ 2237423 w 5143500"/>
              <a:gd name="connsiteY150" fmla="*/ 4293394 h 5143500"/>
              <a:gd name="connsiteX151" fmla="*/ 3421856 w 5143500"/>
              <a:gd name="connsiteY151" fmla="*/ 4293394 h 5143500"/>
              <a:gd name="connsiteX152" fmla="*/ 3421856 w 5143500"/>
              <a:gd name="connsiteY152" fmla="*/ 4397693 h 5143500"/>
              <a:gd name="connsiteX153" fmla="*/ 3436144 w 5143500"/>
              <a:gd name="connsiteY153" fmla="*/ 4397693 h 5143500"/>
              <a:gd name="connsiteX154" fmla="*/ 3436144 w 5143500"/>
              <a:gd name="connsiteY154" fmla="*/ 4293394 h 5143500"/>
              <a:gd name="connsiteX155" fmla="*/ 3850481 w 5143500"/>
              <a:gd name="connsiteY155" fmla="*/ 4293394 h 5143500"/>
              <a:gd name="connsiteX156" fmla="*/ 3850481 w 5143500"/>
              <a:gd name="connsiteY156" fmla="*/ 4646295 h 5143500"/>
              <a:gd name="connsiteX157" fmla="*/ 3864769 w 5143500"/>
              <a:gd name="connsiteY157" fmla="*/ 4646295 h 5143500"/>
              <a:gd name="connsiteX158" fmla="*/ 3864769 w 5143500"/>
              <a:gd name="connsiteY158" fmla="*/ 4293394 h 5143500"/>
              <a:gd name="connsiteX159" fmla="*/ 4279106 w 5143500"/>
              <a:gd name="connsiteY159" fmla="*/ 4293394 h 5143500"/>
              <a:gd name="connsiteX160" fmla="*/ 4279106 w 5143500"/>
              <a:gd name="connsiteY160" fmla="*/ 4707731 h 5143500"/>
              <a:gd name="connsiteX161" fmla="*/ 2486025 w 5143500"/>
              <a:gd name="connsiteY161" fmla="*/ 4707731 h 5143500"/>
              <a:gd name="connsiteX162" fmla="*/ 2486025 w 5143500"/>
              <a:gd name="connsiteY162" fmla="*/ 4722019 h 5143500"/>
              <a:gd name="connsiteX163" fmla="*/ 4279106 w 5143500"/>
              <a:gd name="connsiteY163" fmla="*/ 4722019 h 5143500"/>
              <a:gd name="connsiteX164" fmla="*/ 4279106 w 5143500"/>
              <a:gd name="connsiteY164" fmla="*/ 4894898 h 5143500"/>
              <a:gd name="connsiteX165" fmla="*/ 4293394 w 5143500"/>
              <a:gd name="connsiteY165" fmla="*/ 4894898 h 5143500"/>
              <a:gd name="connsiteX166" fmla="*/ 4293394 w 5143500"/>
              <a:gd name="connsiteY166" fmla="*/ 4722019 h 5143500"/>
              <a:gd name="connsiteX167" fmla="*/ 4707731 w 5143500"/>
              <a:gd name="connsiteY167" fmla="*/ 4722019 h 5143500"/>
              <a:gd name="connsiteX168" fmla="*/ 4707731 w 5143500"/>
              <a:gd name="connsiteY168" fmla="*/ 5143500 h 5143500"/>
              <a:gd name="connsiteX169" fmla="*/ 4722019 w 5143500"/>
              <a:gd name="connsiteY169" fmla="*/ 5143500 h 5143500"/>
              <a:gd name="connsiteX170" fmla="*/ 4722019 w 5143500"/>
              <a:gd name="connsiteY170" fmla="*/ 4722019 h 5143500"/>
              <a:gd name="connsiteX171" fmla="*/ 5143500 w 5143500"/>
              <a:gd name="connsiteY171" fmla="*/ 4722019 h 5143500"/>
              <a:gd name="connsiteX172" fmla="*/ 5143500 w 5143500"/>
              <a:gd name="connsiteY172" fmla="*/ 4707731 h 5143500"/>
              <a:gd name="connsiteX173" fmla="*/ 4279106 w 5143500"/>
              <a:gd name="connsiteY173" fmla="*/ 3436144 h 5143500"/>
              <a:gd name="connsiteX174" fmla="*/ 4279106 w 5143500"/>
              <a:gd name="connsiteY174" fmla="*/ 3850481 h 5143500"/>
              <a:gd name="connsiteX175" fmla="*/ 3864769 w 5143500"/>
              <a:gd name="connsiteY175" fmla="*/ 3850481 h 5143500"/>
              <a:gd name="connsiteX176" fmla="*/ 3864769 w 5143500"/>
              <a:gd name="connsiteY176" fmla="*/ 3436144 h 5143500"/>
              <a:gd name="connsiteX177" fmla="*/ 4279106 w 5143500"/>
              <a:gd name="connsiteY177" fmla="*/ 3436144 h 5143500"/>
              <a:gd name="connsiteX178" fmla="*/ 3850481 w 5143500"/>
              <a:gd name="connsiteY178" fmla="*/ 3850481 h 5143500"/>
              <a:gd name="connsiteX179" fmla="*/ 3436144 w 5143500"/>
              <a:gd name="connsiteY179" fmla="*/ 3850481 h 5143500"/>
              <a:gd name="connsiteX180" fmla="*/ 3436144 w 5143500"/>
              <a:gd name="connsiteY180" fmla="*/ 3436144 h 5143500"/>
              <a:gd name="connsiteX181" fmla="*/ 3850481 w 5143500"/>
              <a:gd name="connsiteY181" fmla="*/ 3436144 h 5143500"/>
              <a:gd name="connsiteX182" fmla="*/ 3850481 w 5143500"/>
              <a:gd name="connsiteY182" fmla="*/ 3850481 h 5143500"/>
              <a:gd name="connsiteX183" fmla="*/ 3850481 w 5143500"/>
              <a:gd name="connsiteY183" fmla="*/ 3421856 h 5143500"/>
              <a:gd name="connsiteX184" fmla="*/ 3436144 w 5143500"/>
              <a:gd name="connsiteY184" fmla="*/ 3421856 h 5143500"/>
              <a:gd name="connsiteX185" fmla="*/ 3436144 w 5143500"/>
              <a:gd name="connsiteY185" fmla="*/ 3007519 h 5143500"/>
              <a:gd name="connsiteX186" fmla="*/ 3850481 w 5143500"/>
              <a:gd name="connsiteY186" fmla="*/ 3007519 h 5143500"/>
              <a:gd name="connsiteX187" fmla="*/ 3850481 w 5143500"/>
              <a:gd name="connsiteY187" fmla="*/ 3421856 h 5143500"/>
              <a:gd name="connsiteX188" fmla="*/ 1721644 w 5143500"/>
              <a:gd name="connsiteY188" fmla="*/ 1293019 h 5143500"/>
              <a:gd name="connsiteX189" fmla="*/ 2135981 w 5143500"/>
              <a:gd name="connsiteY189" fmla="*/ 1293019 h 5143500"/>
              <a:gd name="connsiteX190" fmla="*/ 2135981 w 5143500"/>
              <a:gd name="connsiteY190" fmla="*/ 1707356 h 5143500"/>
              <a:gd name="connsiteX191" fmla="*/ 1721644 w 5143500"/>
              <a:gd name="connsiteY191" fmla="*/ 1707356 h 5143500"/>
              <a:gd name="connsiteX192" fmla="*/ 1721644 w 5143500"/>
              <a:gd name="connsiteY192" fmla="*/ 1293019 h 5143500"/>
              <a:gd name="connsiteX193" fmla="*/ 1707356 w 5143500"/>
              <a:gd name="connsiteY193" fmla="*/ 1707356 h 5143500"/>
              <a:gd name="connsiteX194" fmla="*/ 1293019 w 5143500"/>
              <a:gd name="connsiteY194" fmla="*/ 1707356 h 5143500"/>
              <a:gd name="connsiteX195" fmla="*/ 1293019 w 5143500"/>
              <a:gd name="connsiteY195" fmla="*/ 1293019 h 5143500"/>
              <a:gd name="connsiteX196" fmla="*/ 1707356 w 5143500"/>
              <a:gd name="connsiteY196" fmla="*/ 1293019 h 5143500"/>
              <a:gd name="connsiteX197" fmla="*/ 1707356 w 5143500"/>
              <a:gd name="connsiteY197" fmla="*/ 1707356 h 5143500"/>
              <a:gd name="connsiteX198" fmla="*/ 2135981 w 5143500"/>
              <a:gd name="connsiteY198" fmla="*/ 1721644 h 5143500"/>
              <a:gd name="connsiteX199" fmla="*/ 2135981 w 5143500"/>
              <a:gd name="connsiteY199" fmla="*/ 2135981 h 5143500"/>
              <a:gd name="connsiteX200" fmla="*/ 1721644 w 5143500"/>
              <a:gd name="connsiteY200" fmla="*/ 2135981 h 5143500"/>
              <a:gd name="connsiteX201" fmla="*/ 1721644 w 5143500"/>
              <a:gd name="connsiteY201" fmla="*/ 1721644 h 5143500"/>
              <a:gd name="connsiteX202" fmla="*/ 2135981 w 5143500"/>
              <a:gd name="connsiteY202" fmla="*/ 1721644 h 5143500"/>
              <a:gd name="connsiteX203" fmla="*/ 2578894 w 5143500"/>
              <a:gd name="connsiteY203" fmla="*/ 2135981 h 5143500"/>
              <a:gd name="connsiteX204" fmla="*/ 2578894 w 5143500"/>
              <a:gd name="connsiteY204" fmla="*/ 1721644 h 5143500"/>
              <a:gd name="connsiteX205" fmla="*/ 2993231 w 5143500"/>
              <a:gd name="connsiteY205" fmla="*/ 1721644 h 5143500"/>
              <a:gd name="connsiteX206" fmla="*/ 2993231 w 5143500"/>
              <a:gd name="connsiteY206" fmla="*/ 2135981 h 5143500"/>
              <a:gd name="connsiteX207" fmla="*/ 2578894 w 5143500"/>
              <a:gd name="connsiteY207" fmla="*/ 2135981 h 5143500"/>
              <a:gd name="connsiteX208" fmla="*/ 2993231 w 5143500"/>
              <a:gd name="connsiteY208" fmla="*/ 2150269 h 5143500"/>
              <a:gd name="connsiteX209" fmla="*/ 2993231 w 5143500"/>
              <a:gd name="connsiteY209" fmla="*/ 2564606 h 5143500"/>
              <a:gd name="connsiteX210" fmla="*/ 2578894 w 5143500"/>
              <a:gd name="connsiteY210" fmla="*/ 2564606 h 5143500"/>
              <a:gd name="connsiteX211" fmla="*/ 2578894 w 5143500"/>
              <a:gd name="connsiteY211" fmla="*/ 2150269 h 5143500"/>
              <a:gd name="connsiteX212" fmla="*/ 2993231 w 5143500"/>
              <a:gd name="connsiteY212" fmla="*/ 2150269 h 5143500"/>
              <a:gd name="connsiteX213" fmla="*/ 2564606 w 5143500"/>
              <a:gd name="connsiteY213" fmla="*/ 2135981 h 5143500"/>
              <a:gd name="connsiteX214" fmla="*/ 2150269 w 5143500"/>
              <a:gd name="connsiteY214" fmla="*/ 2135981 h 5143500"/>
              <a:gd name="connsiteX215" fmla="*/ 2150269 w 5143500"/>
              <a:gd name="connsiteY215" fmla="*/ 1721644 h 5143500"/>
              <a:gd name="connsiteX216" fmla="*/ 2564606 w 5143500"/>
              <a:gd name="connsiteY216" fmla="*/ 1721644 h 5143500"/>
              <a:gd name="connsiteX217" fmla="*/ 2564606 w 5143500"/>
              <a:gd name="connsiteY217" fmla="*/ 2135981 h 5143500"/>
              <a:gd name="connsiteX218" fmla="*/ 2135981 w 5143500"/>
              <a:gd name="connsiteY218" fmla="*/ 2150269 h 5143500"/>
              <a:gd name="connsiteX219" fmla="*/ 2135981 w 5143500"/>
              <a:gd name="connsiteY219" fmla="*/ 2564606 h 5143500"/>
              <a:gd name="connsiteX220" fmla="*/ 1721644 w 5143500"/>
              <a:gd name="connsiteY220" fmla="*/ 2564606 h 5143500"/>
              <a:gd name="connsiteX221" fmla="*/ 1721644 w 5143500"/>
              <a:gd name="connsiteY221" fmla="*/ 2150269 h 5143500"/>
              <a:gd name="connsiteX222" fmla="*/ 2135981 w 5143500"/>
              <a:gd name="connsiteY222" fmla="*/ 2150269 h 5143500"/>
              <a:gd name="connsiteX223" fmla="*/ 2150269 w 5143500"/>
              <a:gd name="connsiteY223" fmla="*/ 2150269 h 5143500"/>
              <a:gd name="connsiteX224" fmla="*/ 2564606 w 5143500"/>
              <a:gd name="connsiteY224" fmla="*/ 2150269 h 5143500"/>
              <a:gd name="connsiteX225" fmla="*/ 2564606 w 5143500"/>
              <a:gd name="connsiteY225" fmla="*/ 2564606 h 5143500"/>
              <a:gd name="connsiteX226" fmla="*/ 2150269 w 5143500"/>
              <a:gd name="connsiteY226" fmla="*/ 2564606 h 5143500"/>
              <a:gd name="connsiteX227" fmla="*/ 2150269 w 5143500"/>
              <a:gd name="connsiteY227" fmla="*/ 2150269 h 5143500"/>
              <a:gd name="connsiteX228" fmla="*/ 2564606 w 5143500"/>
              <a:gd name="connsiteY228" fmla="*/ 2578894 h 5143500"/>
              <a:gd name="connsiteX229" fmla="*/ 2564606 w 5143500"/>
              <a:gd name="connsiteY229" fmla="*/ 2993231 h 5143500"/>
              <a:gd name="connsiteX230" fmla="*/ 2150269 w 5143500"/>
              <a:gd name="connsiteY230" fmla="*/ 2993231 h 5143500"/>
              <a:gd name="connsiteX231" fmla="*/ 2150269 w 5143500"/>
              <a:gd name="connsiteY231" fmla="*/ 2578894 h 5143500"/>
              <a:gd name="connsiteX232" fmla="*/ 2564606 w 5143500"/>
              <a:gd name="connsiteY232" fmla="*/ 2578894 h 5143500"/>
              <a:gd name="connsiteX233" fmla="*/ 2578894 w 5143500"/>
              <a:gd name="connsiteY233" fmla="*/ 2578894 h 5143500"/>
              <a:gd name="connsiteX234" fmla="*/ 2993231 w 5143500"/>
              <a:gd name="connsiteY234" fmla="*/ 2578894 h 5143500"/>
              <a:gd name="connsiteX235" fmla="*/ 2993231 w 5143500"/>
              <a:gd name="connsiteY235" fmla="*/ 2993231 h 5143500"/>
              <a:gd name="connsiteX236" fmla="*/ 2578894 w 5143500"/>
              <a:gd name="connsiteY236" fmla="*/ 2993231 h 5143500"/>
              <a:gd name="connsiteX237" fmla="*/ 2578894 w 5143500"/>
              <a:gd name="connsiteY237" fmla="*/ 2578894 h 5143500"/>
              <a:gd name="connsiteX238" fmla="*/ 3007519 w 5143500"/>
              <a:gd name="connsiteY238" fmla="*/ 2578894 h 5143500"/>
              <a:gd name="connsiteX239" fmla="*/ 3421856 w 5143500"/>
              <a:gd name="connsiteY239" fmla="*/ 2578894 h 5143500"/>
              <a:gd name="connsiteX240" fmla="*/ 3421856 w 5143500"/>
              <a:gd name="connsiteY240" fmla="*/ 2993231 h 5143500"/>
              <a:gd name="connsiteX241" fmla="*/ 3007519 w 5143500"/>
              <a:gd name="connsiteY241" fmla="*/ 2993231 h 5143500"/>
              <a:gd name="connsiteX242" fmla="*/ 3007519 w 5143500"/>
              <a:gd name="connsiteY242" fmla="*/ 2578894 h 5143500"/>
              <a:gd name="connsiteX243" fmla="*/ 2993231 w 5143500"/>
              <a:gd name="connsiteY243" fmla="*/ 3007519 h 5143500"/>
              <a:gd name="connsiteX244" fmla="*/ 2993231 w 5143500"/>
              <a:gd name="connsiteY244" fmla="*/ 3421856 h 5143500"/>
              <a:gd name="connsiteX245" fmla="*/ 2578894 w 5143500"/>
              <a:gd name="connsiteY245" fmla="*/ 3421856 h 5143500"/>
              <a:gd name="connsiteX246" fmla="*/ 2578894 w 5143500"/>
              <a:gd name="connsiteY246" fmla="*/ 3007519 h 5143500"/>
              <a:gd name="connsiteX247" fmla="*/ 2993231 w 5143500"/>
              <a:gd name="connsiteY247" fmla="*/ 3007519 h 5143500"/>
              <a:gd name="connsiteX248" fmla="*/ 3007519 w 5143500"/>
              <a:gd name="connsiteY248" fmla="*/ 3007519 h 5143500"/>
              <a:gd name="connsiteX249" fmla="*/ 3421856 w 5143500"/>
              <a:gd name="connsiteY249" fmla="*/ 3007519 h 5143500"/>
              <a:gd name="connsiteX250" fmla="*/ 3421856 w 5143500"/>
              <a:gd name="connsiteY250" fmla="*/ 3421856 h 5143500"/>
              <a:gd name="connsiteX251" fmla="*/ 3007519 w 5143500"/>
              <a:gd name="connsiteY251" fmla="*/ 3421856 h 5143500"/>
              <a:gd name="connsiteX252" fmla="*/ 3007519 w 5143500"/>
              <a:gd name="connsiteY252" fmla="*/ 3007519 h 5143500"/>
              <a:gd name="connsiteX253" fmla="*/ 3850481 w 5143500"/>
              <a:gd name="connsiteY253" fmla="*/ 2578894 h 5143500"/>
              <a:gd name="connsiteX254" fmla="*/ 3850481 w 5143500"/>
              <a:gd name="connsiteY254" fmla="*/ 2993231 h 5143500"/>
              <a:gd name="connsiteX255" fmla="*/ 3436144 w 5143500"/>
              <a:gd name="connsiteY255" fmla="*/ 2993231 h 5143500"/>
              <a:gd name="connsiteX256" fmla="*/ 3436144 w 5143500"/>
              <a:gd name="connsiteY256" fmla="*/ 2578894 h 5143500"/>
              <a:gd name="connsiteX257" fmla="*/ 3850481 w 5143500"/>
              <a:gd name="connsiteY257" fmla="*/ 2578894 h 5143500"/>
              <a:gd name="connsiteX258" fmla="*/ 3421856 w 5143500"/>
              <a:gd name="connsiteY258" fmla="*/ 2564606 h 5143500"/>
              <a:gd name="connsiteX259" fmla="*/ 3007519 w 5143500"/>
              <a:gd name="connsiteY259" fmla="*/ 2564606 h 5143500"/>
              <a:gd name="connsiteX260" fmla="*/ 3007519 w 5143500"/>
              <a:gd name="connsiteY260" fmla="*/ 2150269 h 5143500"/>
              <a:gd name="connsiteX261" fmla="*/ 3421856 w 5143500"/>
              <a:gd name="connsiteY261" fmla="*/ 2150269 h 5143500"/>
              <a:gd name="connsiteX262" fmla="*/ 3421856 w 5143500"/>
              <a:gd name="connsiteY262" fmla="*/ 2564606 h 5143500"/>
              <a:gd name="connsiteX263" fmla="*/ 3421856 w 5143500"/>
              <a:gd name="connsiteY263" fmla="*/ 1721644 h 5143500"/>
              <a:gd name="connsiteX264" fmla="*/ 3421856 w 5143500"/>
              <a:gd name="connsiteY264" fmla="*/ 2135981 h 5143500"/>
              <a:gd name="connsiteX265" fmla="*/ 3007519 w 5143500"/>
              <a:gd name="connsiteY265" fmla="*/ 2135981 h 5143500"/>
              <a:gd name="connsiteX266" fmla="*/ 3007519 w 5143500"/>
              <a:gd name="connsiteY266" fmla="*/ 1721644 h 5143500"/>
              <a:gd name="connsiteX267" fmla="*/ 3421856 w 5143500"/>
              <a:gd name="connsiteY267" fmla="*/ 1721644 h 5143500"/>
              <a:gd name="connsiteX268" fmla="*/ 2993231 w 5143500"/>
              <a:gd name="connsiteY268" fmla="*/ 1293019 h 5143500"/>
              <a:gd name="connsiteX269" fmla="*/ 2993231 w 5143500"/>
              <a:gd name="connsiteY269" fmla="*/ 1707356 h 5143500"/>
              <a:gd name="connsiteX270" fmla="*/ 2578894 w 5143500"/>
              <a:gd name="connsiteY270" fmla="*/ 1707356 h 5143500"/>
              <a:gd name="connsiteX271" fmla="*/ 2578894 w 5143500"/>
              <a:gd name="connsiteY271" fmla="*/ 1293019 h 5143500"/>
              <a:gd name="connsiteX272" fmla="*/ 2993231 w 5143500"/>
              <a:gd name="connsiteY272" fmla="*/ 1293019 h 5143500"/>
              <a:gd name="connsiteX273" fmla="*/ 2564606 w 5143500"/>
              <a:gd name="connsiteY273" fmla="*/ 1293019 h 5143500"/>
              <a:gd name="connsiteX274" fmla="*/ 2564606 w 5143500"/>
              <a:gd name="connsiteY274" fmla="*/ 1707356 h 5143500"/>
              <a:gd name="connsiteX275" fmla="*/ 2150269 w 5143500"/>
              <a:gd name="connsiteY275" fmla="*/ 1707356 h 5143500"/>
              <a:gd name="connsiteX276" fmla="*/ 2150269 w 5143500"/>
              <a:gd name="connsiteY276" fmla="*/ 1293019 h 5143500"/>
              <a:gd name="connsiteX277" fmla="*/ 2564606 w 5143500"/>
              <a:gd name="connsiteY277" fmla="*/ 1293019 h 5143500"/>
              <a:gd name="connsiteX278" fmla="*/ 2135981 w 5143500"/>
              <a:gd name="connsiteY278" fmla="*/ 864394 h 5143500"/>
              <a:gd name="connsiteX279" fmla="*/ 2135981 w 5143500"/>
              <a:gd name="connsiteY279" fmla="*/ 1278731 h 5143500"/>
              <a:gd name="connsiteX280" fmla="*/ 1721644 w 5143500"/>
              <a:gd name="connsiteY280" fmla="*/ 1278731 h 5143500"/>
              <a:gd name="connsiteX281" fmla="*/ 1721644 w 5143500"/>
              <a:gd name="connsiteY281" fmla="*/ 864394 h 5143500"/>
              <a:gd name="connsiteX282" fmla="*/ 2135981 w 5143500"/>
              <a:gd name="connsiteY282" fmla="*/ 864394 h 5143500"/>
              <a:gd name="connsiteX283" fmla="*/ 1707356 w 5143500"/>
              <a:gd name="connsiteY283" fmla="*/ 864394 h 5143500"/>
              <a:gd name="connsiteX284" fmla="*/ 1707356 w 5143500"/>
              <a:gd name="connsiteY284" fmla="*/ 1278731 h 5143500"/>
              <a:gd name="connsiteX285" fmla="*/ 1293019 w 5143500"/>
              <a:gd name="connsiteY285" fmla="*/ 1278731 h 5143500"/>
              <a:gd name="connsiteX286" fmla="*/ 1293019 w 5143500"/>
              <a:gd name="connsiteY286" fmla="*/ 864394 h 5143500"/>
              <a:gd name="connsiteX287" fmla="*/ 1707356 w 5143500"/>
              <a:gd name="connsiteY287" fmla="*/ 864394 h 5143500"/>
              <a:gd name="connsiteX288" fmla="*/ 1278731 w 5143500"/>
              <a:gd name="connsiteY288" fmla="*/ 435769 h 5143500"/>
              <a:gd name="connsiteX289" fmla="*/ 1278731 w 5143500"/>
              <a:gd name="connsiteY289" fmla="*/ 850106 h 5143500"/>
              <a:gd name="connsiteX290" fmla="*/ 864394 w 5143500"/>
              <a:gd name="connsiteY290" fmla="*/ 850106 h 5143500"/>
              <a:gd name="connsiteX291" fmla="*/ 864394 w 5143500"/>
              <a:gd name="connsiteY291" fmla="*/ 435769 h 5143500"/>
              <a:gd name="connsiteX292" fmla="*/ 1278731 w 5143500"/>
              <a:gd name="connsiteY292" fmla="*/ 435769 h 5143500"/>
              <a:gd name="connsiteX293" fmla="*/ 435769 w 5143500"/>
              <a:gd name="connsiteY293" fmla="*/ 850106 h 5143500"/>
              <a:gd name="connsiteX294" fmla="*/ 435769 w 5143500"/>
              <a:gd name="connsiteY294" fmla="*/ 435769 h 5143500"/>
              <a:gd name="connsiteX295" fmla="*/ 850106 w 5143500"/>
              <a:gd name="connsiteY295" fmla="*/ 435769 h 5143500"/>
              <a:gd name="connsiteX296" fmla="*/ 850106 w 5143500"/>
              <a:gd name="connsiteY296" fmla="*/ 850106 h 5143500"/>
              <a:gd name="connsiteX297" fmla="*/ 435769 w 5143500"/>
              <a:gd name="connsiteY297" fmla="*/ 850106 h 5143500"/>
              <a:gd name="connsiteX298" fmla="*/ 864394 w 5143500"/>
              <a:gd name="connsiteY298" fmla="*/ 864394 h 5143500"/>
              <a:gd name="connsiteX299" fmla="*/ 1278731 w 5143500"/>
              <a:gd name="connsiteY299" fmla="*/ 864394 h 5143500"/>
              <a:gd name="connsiteX300" fmla="*/ 1278731 w 5143500"/>
              <a:gd name="connsiteY300" fmla="*/ 1278731 h 5143500"/>
              <a:gd name="connsiteX301" fmla="*/ 864394 w 5143500"/>
              <a:gd name="connsiteY301" fmla="*/ 1278731 h 5143500"/>
              <a:gd name="connsiteX302" fmla="*/ 864394 w 5143500"/>
              <a:gd name="connsiteY302" fmla="*/ 864394 h 5143500"/>
              <a:gd name="connsiteX303" fmla="*/ 864394 w 5143500"/>
              <a:gd name="connsiteY303" fmla="*/ 1707356 h 5143500"/>
              <a:gd name="connsiteX304" fmla="*/ 864394 w 5143500"/>
              <a:gd name="connsiteY304" fmla="*/ 1293019 h 5143500"/>
              <a:gd name="connsiteX305" fmla="*/ 1278731 w 5143500"/>
              <a:gd name="connsiteY305" fmla="*/ 1293019 h 5143500"/>
              <a:gd name="connsiteX306" fmla="*/ 1278731 w 5143500"/>
              <a:gd name="connsiteY306" fmla="*/ 1707356 h 5143500"/>
              <a:gd name="connsiteX307" fmla="*/ 864394 w 5143500"/>
              <a:gd name="connsiteY307" fmla="*/ 1707356 h 5143500"/>
              <a:gd name="connsiteX308" fmla="*/ 1293019 w 5143500"/>
              <a:gd name="connsiteY308" fmla="*/ 1721644 h 5143500"/>
              <a:gd name="connsiteX309" fmla="*/ 1707356 w 5143500"/>
              <a:gd name="connsiteY309" fmla="*/ 1721644 h 5143500"/>
              <a:gd name="connsiteX310" fmla="*/ 1707356 w 5143500"/>
              <a:gd name="connsiteY310" fmla="*/ 2135981 h 5143500"/>
              <a:gd name="connsiteX311" fmla="*/ 1293019 w 5143500"/>
              <a:gd name="connsiteY311" fmla="*/ 2135981 h 5143500"/>
              <a:gd name="connsiteX312" fmla="*/ 1293019 w 5143500"/>
              <a:gd name="connsiteY312" fmla="*/ 1721644 h 5143500"/>
              <a:gd name="connsiteX313" fmla="*/ 1293019 w 5143500"/>
              <a:gd name="connsiteY313" fmla="*/ 2564606 h 5143500"/>
              <a:gd name="connsiteX314" fmla="*/ 1293019 w 5143500"/>
              <a:gd name="connsiteY314" fmla="*/ 2150269 h 5143500"/>
              <a:gd name="connsiteX315" fmla="*/ 1707356 w 5143500"/>
              <a:gd name="connsiteY315" fmla="*/ 2150269 h 5143500"/>
              <a:gd name="connsiteX316" fmla="*/ 1707356 w 5143500"/>
              <a:gd name="connsiteY316" fmla="*/ 2564606 h 5143500"/>
              <a:gd name="connsiteX317" fmla="*/ 1293019 w 5143500"/>
              <a:gd name="connsiteY317" fmla="*/ 2564606 h 5143500"/>
              <a:gd name="connsiteX318" fmla="*/ 1721644 w 5143500"/>
              <a:gd name="connsiteY318" fmla="*/ 2993231 h 5143500"/>
              <a:gd name="connsiteX319" fmla="*/ 1721644 w 5143500"/>
              <a:gd name="connsiteY319" fmla="*/ 2578894 h 5143500"/>
              <a:gd name="connsiteX320" fmla="*/ 2135981 w 5143500"/>
              <a:gd name="connsiteY320" fmla="*/ 2578894 h 5143500"/>
              <a:gd name="connsiteX321" fmla="*/ 2135981 w 5143500"/>
              <a:gd name="connsiteY321" fmla="*/ 2993231 h 5143500"/>
              <a:gd name="connsiteX322" fmla="*/ 1721644 w 5143500"/>
              <a:gd name="connsiteY322" fmla="*/ 2993231 h 5143500"/>
              <a:gd name="connsiteX323" fmla="*/ 2150269 w 5143500"/>
              <a:gd name="connsiteY323" fmla="*/ 3421856 h 5143500"/>
              <a:gd name="connsiteX324" fmla="*/ 2150269 w 5143500"/>
              <a:gd name="connsiteY324" fmla="*/ 3007519 h 5143500"/>
              <a:gd name="connsiteX325" fmla="*/ 2564606 w 5143500"/>
              <a:gd name="connsiteY325" fmla="*/ 3007519 h 5143500"/>
              <a:gd name="connsiteX326" fmla="*/ 2564606 w 5143500"/>
              <a:gd name="connsiteY326" fmla="*/ 3421856 h 5143500"/>
              <a:gd name="connsiteX327" fmla="*/ 2150269 w 5143500"/>
              <a:gd name="connsiteY327" fmla="*/ 3421856 h 5143500"/>
              <a:gd name="connsiteX328" fmla="*/ 2578894 w 5143500"/>
              <a:gd name="connsiteY328" fmla="*/ 3850481 h 5143500"/>
              <a:gd name="connsiteX329" fmla="*/ 2578894 w 5143500"/>
              <a:gd name="connsiteY329" fmla="*/ 3436144 h 5143500"/>
              <a:gd name="connsiteX330" fmla="*/ 2993231 w 5143500"/>
              <a:gd name="connsiteY330" fmla="*/ 3436144 h 5143500"/>
              <a:gd name="connsiteX331" fmla="*/ 2993231 w 5143500"/>
              <a:gd name="connsiteY331" fmla="*/ 3850481 h 5143500"/>
              <a:gd name="connsiteX332" fmla="*/ 2578894 w 5143500"/>
              <a:gd name="connsiteY332" fmla="*/ 3850481 h 5143500"/>
              <a:gd name="connsiteX333" fmla="*/ 3007519 w 5143500"/>
              <a:gd name="connsiteY333" fmla="*/ 3850481 h 5143500"/>
              <a:gd name="connsiteX334" fmla="*/ 3007519 w 5143500"/>
              <a:gd name="connsiteY334" fmla="*/ 3436144 h 5143500"/>
              <a:gd name="connsiteX335" fmla="*/ 3421856 w 5143500"/>
              <a:gd name="connsiteY335" fmla="*/ 3436144 h 5143500"/>
              <a:gd name="connsiteX336" fmla="*/ 3421856 w 5143500"/>
              <a:gd name="connsiteY336" fmla="*/ 3850481 h 5143500"/>
              <a:gd name="connsiteX337" fmla="*/ 3007519 w 5143500"/>
              <a:gd name="connsiteY337" fmla="*/ 3850481 h 5143500"/>
              <a:gd name="connsiteX338" fmla="*/ 3436144 w 5143500"/>
              <a:gd name="connsiteY338" fmla="*/ 4279106 h 5143500"/>
              <a:gd name="connsiteX339" fmla="*/ 3436144 w 5143500"/>
              <a:gd name="connsiteY339" fmla="*/ 3864769 h 5143500"/>
              <a:gd name="connsiteX340" fmla="*/ 3850481 w 5143500"/>
              <a:gd name="connsiteY340" fmla="*/ 3864769 h 5143500"/>
              <a:gd name="connsiteX341" fmla="*/ 3850481 w 5143500"/>
              <a:gd name="connsiteY341" fmla="*/ 4279106 h 5143500"/>
              <a:gd name="connsiteX342" fmla="*/ 3436144 w 5143500"/>
              <a:gd name="connsiteY342" fmla="*/ 4279106 h 5143500"/>
              <a:gd name="connsiteX343" fmla="*/ 3864769 w 5143500"/>
              <a:gd name="connsiteY343" fmla="*/ 4279106 h 5143500"/>
              <a:gd name="connsiteX344" fmla="*/ 3864769 w 5143500"/>
              <a:gd name="connsiteY344" fmla="*/ 3864769 h 5143500"/>
              <a:gd name="connsiteX345" fmla="*/ 4279106 w 5143500"/>
              <a:gd name="connsiteY345" fmla="*/ 3864769 h 5143500"/>
              <a:gd name="connsiteX346" fmla="*/ 4279106 w 5143500"/>
              <a:gd name="connsiteY346" fmla="*/ 4279106 h 5143500"/>
              <a:gd name="connsiteX347" fmla="*/ 3864769 w 5143500"/>
              <a:gd name="connsiteY347" fmla="*/ 4279106 h 5143500"/>
              <a:gd name="connsiteX348" fmla="*/ 4293394 w 5143500"/>
              <a:gd name="connsiteY348" fmla="*/ 4707731 h 5143500"/>
              <a:gd name="connsiteX349" fmla="*/ 4293394 w 5143500"/>
              <a:gd name="connsiteY349" fmla="*/ 4293394 h 5143500"/>
              <a:gd name="connsiteX350" fmla="*/ 4707731 w 5143500"/>
              <a:gd name="connsiteY350" fmla="*/ 4293394 h 5143500"/>
              <a:gd name="connsiteX351" fmla="*/ 4707731 w 5143500"/>
              <a:gd name="connsiteY351" fmla="*/ 4707731 h 5143500"/>
              <a:gd name="connsiteX352" fmla="*/ 4293394 w 5143500"/>
              <a:gd name="connsiteY352" fmla="*/ 470773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</a:cxnLst>
            <a:rect l="l" t="t" r="r" b="b"/>
            <a:pathLst>
              <a:path w="5143500" h="5143500">
                <a:moveTo>
                  <a:pt x="5143500" y="4707731"/>
                </a:moveTo>
                <a:lnTo>
                  <a:pt x="4722019" y="4707731"/>
                </a:lnTo>
                <a:lnTo>
                  <a:pt x="4722019" y="4293394"/>
                </a:lnTo>
                <a:lnTo>
                  <a:pt x="4914900" y="4293394"/>
                </a:lnTo>
                <a:lnTo>
                  <a:pt x="4914900" y="4279106"/>
                </a:lnTo>
                <a:lnTo>
                  <a:pt x="4722019" y="4279106"/>
                </a:lnTo>
                <a:lnTo>
                  <a:pt x="4722019" y="1971675"/>
                </a:lnTo>
                <a:lnTo>
                  <a:pt x="4707731" y="1971675"/>
                </a:lnTo>
                <a:lnTo>
                  <a:pt x="4707731" y="4279106"/>
                </a:lnTo>
                <a:lnTo>
                  <a:pt x="4293394" y="4279106"/>
                </a:lnTo>
                <a:lnTo>
                  <a:pt x="4293394" y="3864769"/>
                </a:lnTo>
                <a:lnTo>
                  <a:pt x="4614863" y="3864769"/>
                </a:lnTo>
                <a:lnTo>
                  <a:pt x="4614863" y="3850481"/>
                </a:lnTo>
                <a:lnTo>
                  <a:pt x="4293394" y="3850481"/>
                </a:lnTo>
                <a:lnTo>
                  <a:pt x="4293394" y="3436144"/>
                </a:lnTo>
                <a:lnTo>
                  <a:pt x="4457700" y="3436144"/>
                </a:lnTo>
                <a:lnTo>
                  <a:pt x="4457700" y="3421856"/>
                </a:lnTo>
                <a:lnTo>
                  <a:pt x="4293394" y="3421856"/>
                </a:lnTo>
                <a:lnTo>
                  <a:pt x="4293394" y="1774508"/>
                </a:lnTo>
                <a:lnTo>
                  <a:pt x="4279106" y="1774508"/>
                </a:lnTo>
                <a:lnTo>
                  <a:pt x="4279106" y="3421856"/>
                </a:lnTo>
                <a:lnTo>
                  <a:pt x="3864769" y="3421856"/>
                </a:lnTo>
                <a:lnTo>
                  <a:pt x="3864769" y="3007519"/>
                </a:lnTo>
                <a:lnTo>
                  <a:pt x="4229100" y="3007519"/>
                </a:lnTo>
                <a:lnTo>
                  <a:pt x="4229100" y="2993231"/>
                </a:lnTo>
                <a:lnTo>
                  <a:pt x="3864769" y="2993231"/>
                </a:lnTo>
                <a:lnTo>
                  <a:pt x="3864769" y="2578894"/>
                </a:lnTo>
                <a:lnTo>
                  <a:pt x="4000500" y="2578894"/>
                </a:lnTo>
                <a:lnTo>
                  <a:pt x="4000500" y="2564606"/>
                </a:lnTo>
                <a:lnTo>
                  <a:pt x="3864769" y="2564606"/>
                </a:lnTo>
                <a:lnTo>
                  <a:pt x="3864769" y="1577340"/>
                </a:lnTo>
                <a:lnTo>
                  <a:pt x="3850481" y="1577340"/>
                </a:lnTo>
                <a:lnTo>
                  <a:pt x="3850481" y="2564606"/>
                </a:lnTo>
                <a:lnTo>
                  <a:pt x="3436144" y="2564606"/>
                </a:lnTo>
                <a:lnTo>
                  <a:pt x="3436144" y="2150269"/>
                </a:lnTo>
                <a:lnTo>
                  <a:pt x="3771900" y="2150269"/>
                </a:lnTo>
                <a:lnTo>
                  <a:pt x="3771900" y="2135981"/>
                </a:lnTo>
                <a:lnTo>
                  <a:pt x="3436144" y="2135981"/>
                </a:lnTo>
                <a:lnTo>
                  <a:pt x="3436144" y="1721644"/>
                </a:lnTo>
                <a:lnTo>
                  <a:pt x="3543300" y="1721644"/>
                </a:lnTo>
                <a:lnTo>
                  <a:pt x="3543300" y="1707356"/>
                </a:lnTo>
                <a:lnTo>
                  <a:pt x="3436144" y="1707356"/>
                </a:lnTo>
                <a:lnTo>
                  <a:pt x="3436144" y="1380173"/>
                </a:lnTo>
                <a:lnTo>
                  <a:pt x="3421856" y="1380173"/>
                </a:lnTo>
                <a:lnTo>
                  <a:pt x="3421856" y="1707356"/>
                </a:lnTo>
                <a:lnTo>
                  <a:pt x="3007519" y="1707356"/>
                </a:lnTo>
                <a:lnTo>
                  <a:pt x="3007519" y="1293019"/>
                </a:lnTo>
                <a:lnTo>
                  <a:pt x="3314700" y="1293019"/>
                </a:lnTo>
                <a:lnTo>
                  <a:pt x="3314700" y="1278731"/>
                </a:lnTo>
                <a:lnTo>
                  <a:pt x="3007519" y="1278731"/>
                </a:lnTo>
                <a:lnTo>
                  <a:pt x="3007519" y="1183005"/>
                </a:lnTo>
                <a:lnTo>
                  <a:pt x="2993231" y="1183005"/>
                </a:lnTo>
                <a:lnTo>
                  <a:pt x="2993231" y="1278731"/>
                </a:lnTo>
                <a:lnTo>
                  <a:pt x="2578894" y="1278731"/>
                </a:lnTo>
                <a:lnTo>
                  <a:pt x="2578894" y="985838"/>
                </a:lnTo>
                <a:lnTo>
                  <a:pt x="2564606" y="985838"/>
                </a:lnTo>
                <a:lnTo>
                  <a:pt x="2564606" y="1278731"/>
                </a:lnTo>
                <a:lnTo>
                  <a:pt x="2150269" y="1278731"/>
                </a:lnTo>
                <a:lnTo>
                  <a:pt x="2150269" y="864394"/>
                </a:lnTo>
                <a:lnTo>
                  <a:pt x="3086100" y="864394"/>
                </a:lnTo>
                <a:lnTo>
                  <a:pt x="3086100" y="850106"/>
                </a:lnTo>
                <a:lnTo>
                  <a:pt x="2150269" y="850106"/>
                </a:lnTo>
                <a:lnTo>
                  <a:pt x="2150269" y="788670"/>
                </a:lnTo>
                <a:lnTo>
                  <a:pt x="2135981" y="788670"/>
                </a:lnTo>
                <a:lnTo>
                  <a:pt x="2135981" y="850106"/>
                </a:lnTo>
                <a:lnTo>
                  <a:pt x="1721644" y="850106"/>
                </a:lnTo>
                <a:lnTo>
                  <a:pt x="1721644" y="591503"/>
                </a:lnTo>
                <a:lnTo>
                  <a:pt x="1707356" y="591503"/>
                </a:lnTo>
                <a:lnTo>
                  <a:pt x="1707356" y="850106"/>
                </a:lnTo>
                <a:lnTo>
                  <a:pt x="1293019" y="850106"/>
                </a:lnTo>
                <a:lnTo>
                  <a:pt x="1293019" y="435769"/>
                </a:lnTo>
                <a:lnTo>
                  <a:pt x="2857500" y="435769"/>
                </a:lnTo>
                <a:lnTo>
                  <a:pt x="2857500" y="421481"/>
                </a:lnTo>
                <a:lnTo>
                  <a:pt x="1293019" y="421481"/>
                </a:lnTo>
                <a:lnTo>
                  <a:pt x="1293019" y="394335"/>
                </a:lnTo>
                <a:lnTo>
                  <a:pt x="1278731" y="394335"/>
                </a:lnTo>
                <a:lnTo>
                  <a:pt x="1278731" y="421481"/>
                </a:lnTo>
                <a:lnTo>
                  <a:pt x="864394" y="421481"/>
                </a:lnTo>
                <a:lnTo>
                  <a:pt x="864394" y="197168"/>
                </a:lnTo>
                <a:lnTo>
                  <a:pt x="850106" y="197168"/>
                </a:lnTo>
                <a:lnTo>
                  <a:pt x="850106" y="421481"/>
                </a:lnTo>
                <a:lnTo>
                  <a:pt x="435769" y="421481"/>
                </a:lnTo>
                <a:lnTo>
                  <a:pt x="435769" y="0"/>
                </a:lnTo>
                <a:lnTo>
                  <a:pt x="421481" y="0"/>
                </a:lnTo>
                <a:lnTo>
                  <a:pt x="421481" y="421481"/>
                </a:lnTo>
                <a:lnTo>
                  <a:pt x="0" y="421481"/>
                </a:lnTo>
                <a:lnTo>
                  <a:pt x="0" y="435769"/>
                </a:lnTo>
                <a:lnTo>
                  <a:pt x="421481" y="435769"/>
                </a:lnTo>
                <a:lnTo>
                  <a:pt x="421481" y="850106"/>
                </a:lnTo>
                <a:lnTo>
                  <a:pt x="248603" y="850106"/>
                </a:lnTo>
                <a:lnTo>
                  <a:pt x="248603" y="864394"/>
                </a:lnTo>
                <a:lnTo>
                  <a:pt x="421481" y="864394"/>
                </a:lnTo>
                <a:lnTo>
                  <a:pt x="421481" y="2657475"/>
                </a:lnTo>
                <a:lnTo>
                  <a:pt x="435769" y="2657475"/>
                </a:lnTo>
                <a:lnTo>
                  <a:pt x="435769" y="864394"/>
                </a:lnTo>
                <a:lnTo>
                  <a:pt x="850106" y="864394"/>
                </a:lnTo>
                <a:lnTo>
                  <a:pt x="850106" y="1278731"/>
                </a:lnTo>
                <a:lnTo>
                  <a:pt x="497205" y="1278731"/>
                </a:lnTo>
                <a:lnTo>
                  <a:pt x="497205" y="1293019"/>
                </a:lnTo>
                <a:lnTo>
                  <a:pt x="850106" y="1293019"/>
                </a:lnTo>
                <a:lnTo>
                  <a:pt x="850106" y="1707356"/>
                </a:lnTo>
                <a:lnTo>
                  <a:pt x="745807" y="1707356"/>
                </a:lnTo>
                <a:lnTo>
                  <a:pt x="745807" y="1721644"/>
                </a:lnTo>
                <a:lnTo>
                  <a:pt x="850106" y="1721644"/>
                </a:lnTo>
                <a:lnTo>
                  <a:pt x="850106" y="2906078"/>
                </a:lnTo>
                <a:lnTo>
                  <a:pt x="864394" y="2906078"/>
                </a:lnTo>
                <a:lnTo>
                  <a:pt x="864394" y="1721644"/>
                </a:lnTo>
                <a:lnTo>
                  <a:pt x="1278731" y="1721644"/>
                </a:lnTo>
                <a:lnTo>
                  <a:pt x="1278731" y="2135981"/>
                </a:lnTo>
                <a:lnTo>
                  <a:pt x="994410" y="2135981"/>
                </a:lnTo>
                <a:lnTo>
                  <a:pt x="994410" y="2150269"/>
                </a:lnTo>
                <a:lnTo>
                  <a:pt x="1278731" y="2150269"/>
                </a:lnTo>
                <a:lnTo>
                  <a:pt x="1278731" y="2564606"/>
                </a:lnTo>
                <a:lnTo>
                  <a:pt x="1243013" y="2564606"/>
                </a:lnTo>
                <a:lnTo>
                  <a:pt x="1243013" y="2578894"/>
                </a:lnTo>
                <a:lnTo>
                  <a:pt x="1278731" y="2578894"/>
                </a:lnTo>
                <a:lnTo>
                  <a:pt x="1278731" y="3154680"/>
                </a:lnTo>
                <a:lnTo>
                  <a:pt x="1293019" y="3154680"/>
                </a:lnTo>
                <a:lnTo>
                  <a:pt x="1293019" y="2578894"/>
                </a:lnTo>
                <a:lnTo>
                  <a:pt x="1707356" y="2578894"/>
                </a:lnTo>
                <a:lnTo>
                  <a:pt x="1707356" y="2993231"/>
                </a:lnTo>
                <a:lnTo>
                  <a:pt x="1491615" y="2993231"/>
                </a:lnTo>
                <a:lnTo>
                  <a:pt x="1491615" y="3007519"/>
                </a:lnTo>
                <a:lnTo>
                  <a:pt x="1707356" y="3007519"/>
                </a:lnTo>
                <a:lnTo>
                  <a:pt x="1707356" y="3403283"/>
                </a:lnTo>
                <a:lnTo>
                  <a:pt x="1721644" y="3403283"/>
                </a:lnTo>
                <a:lnTo>
                  <a:pt x="1721644" y="3007519"/>
                </a:lnTo>
                <a:lnTo>
                  <a:pt x="2135981" y="3007519"/>
                </a:lnTo>
                <a:lnTo>
                  <a:pt x="2135981" y="3421856"/>
                </a:lnTo>
                <a:lnTo>
                  <a:pt x="1740218" y="3421856"/>
                </a:lnTo>
                <a:lnTo>
                  <a:pt x="1740218" y="3436144"/>
                </a:lnTo>
                <a:lnTo>
                  <a:pt x="2135981" y="3436144"/>
                </a:lnTo>
                <a:lnTo>
                  <a:pt x="2135981" y="3651885"/>
                </a:lnTo>
                <a:lnTo>
                  <a:pt x="2150269" y="3651885"/>
                </a:lnTo>
                <a:lnTo>
                  <a:pt x="2150269" y="3436144"/>
                </a:lnTo>
                <a:lnTo>
                  <a:pt x="2564606" y="3436144"/>
                </a:lnTo>
                <a:lnTo>
                  <a:pt x="2564606" y="3850481"/>
                </a:lnTo>
                <a:lnTo>
                  <a:pt x="1988820" y="3850481"/>
                </a:lnTo>
                <a:lnTo>
                  <a:pt x="1988820" y="3864769"/>
                </a:lnTo>
                <a:lnTo>
                  <a:pt x="2564606" y="3864769"/>
                </a:lnTo>
                <a:lnTo>
                  <a:pt x="2564606" y="3900488"/>
                </a:lnTo>
                <a:lnTo>
                  <a:pt x="2578894" y="3900488"/>
                </a:lnTo>
                <a:lnTo>
                  <a:pt x="2578894" y="3864769"/>
                </a:lnTo>
                <a:lnTo>
                  <a:pt x="2993231" y="3864769"/>
                </a:lnTo>
                <a:lnTo>
                  <a:pt x="2993231" y="4149090"/>
                </a:lnTo>
                <a:lnTo>
                  <a:pt x="3007519" y="4149090"/>
                </a:lnTo>
                <a:lnTo>
                  <a:pt x="3007519" y="3864769"/>
                </a:lnTo>
                <a:lnTo>
                  <a:pt x="3421856" y="3864769"/>
                </a:lnTo>
                <a:lnTo>
                  <a:pt x="3421856" y="4279106"/>
                </a:lnTo>
                <a:lnTo>
                  <a:pt x="2237423" y="4279106"/>
                </a:lnTo>
                <a:lnTo>
                  <a:pt x="2237423" y="4293394"/>
                </a:lnTo>
                <a:lnTo>
                  <a:pt x="3421856" y="4293394"/>
                </a:lnTo>
                <a:lnTo>
                  <a:pt x="3421856" y="4397693"/>
                </a:lnTo>
                <a:lnTo>
                  <a:pt x="3436144" y="4397693"/>
                </a:lnTo>
                <a:lnTo>
                  <a:pt x="3436144" y="4293394"/>
                </a:lnTo>
                <a:lnTo>
                  <a:pt x="3850481" y="4293394"/>
                </a:lnTo>
                <a:lnTo>
                  <a:pt x="3850481" y="4646295"/>
                </a:lnTo>
                <a:lnTo>
                  <a:pt x="3864769" y="4646295"/>
                </a:lnTo>
                <a:lnTo>
                  <a:pt x="3864769" y="4293394"/>
                </a:lnTo>
                <a:lnTo>
                  <a:pt x="4279106" y="4293394"/>
                </a:lnTo>
                <a:lnTo>
                  <a:pt x="4279106" y="4707731"/>
                </a:lnTo>
                <a:lnTo>
                  <a:pt x="2486025" y="4707731"/>
                </a:lnTo>
                <a:lnTo>
                  <a:pt x="2486025" y="4722019"/>
                </a:lnTo>
                <a:lnTo>
                  <a:pt x="4279106" y="4722019"/>
                </a:lnTo>
                <a:lnTo>
                  <a:pt x="4279106" y="4894898"/>
                </a:lnTo>
                <a:lnTo>
                  <a:pt x="4293394" y="4894898"/>
                </a:lnTo>
                <a:lnTo>
                  <a:pt x="4293394" y="4722019"/>
                </a:lnTo>
                <a:lnTo>
                  <a:pt x="4707731" y="4722019"/>
                </a:lnTo>
                <a:lnTo>
                  <a:pt x="4707731" y="5143500"/>
                </a:lnTo>
                <a:lnTo>
                  <a:pt x="4722019" y="5143500"/>
                </a:lnTo>
                <a:lnTo>
                  <a:pt x="4722019" y="4722019"/>
                </a:lnTo>
                <a:lnTo>
                  <a:pt x="5143500" y="4722019"/>
                </a:lnTo>
                <a:lnTo>
                  <a:pt x="5143500" y="4707731"/>
                </a:lnTo>
                <a:close/>
                <a:moveTo>
                  <a:pt x="4279106" y="3436144"/>
                </a:moveTo>
                <a:lnTo>
                  <a:pt x="4279106" y="3850481"/>
                </a:lnTo>
                <a:lnTo>
                  <a:pt x="3864769" y="3850481"/>
                </a:lnTo>
                <a:lnTo>
                  <a:pt x="3864769" y="3436144"/>
                </a:lnTo>
                <a:lnTo>
                  <a:pt x="4279106" y="3436144"/>
                </a:lnTo>
                <a:close/>
                <a:moveTo>
                  <a:pt x="3850481" y="3850481"/>
                </a:moveTo>
                <a:lnTo>
                  <a:pt x="3436144" y="3850481"/>
                </a:lnTo>
                <a:lnTo>
                  <a:pt x="3436144" y="3436144"/>
                </a:lnTo>
                <a:lnTo>
                  <a:pt x="3850481" y="3436144"/>
                </a:lnTo>
                <a:lnTo>
                  <a:pt x="3850481" y="3850481"/>
                </a:lnTo>
                <a:close/>
                <a:moveTo>
                  <a:pt x="3850481" y="3421856"/>
                </a:moveTo>
                <a:lnTo>
                  <a:pt x="3436144" y="3421856"/>
                </a:lnTo>
                <a:lnTo>
                  <a:pt x="3436144" y="3007519"/>
                </a:lnTo>
                <a:lnTo>
                  <a:pt x="3850481" y="3007519"/>
                </a:lnTo>
                <a:lnTo>
                  <a:pt x="3850481" y="3421856"/>
                </a:lnTo>
                <a:close/>
                <a:moveTo>
                  <a:pt x="1721644" y="1293019"/>
                </a:moveTo>
                <a:lnTo>
                  <a:pt x="2135981" y="1293019"/>
                </a:lnTo>
                <a:lnTo>
                  <a:pt x="2135981" y="1707356"/>
                </a:lnTo>
                <a:lnTo>
                  <a:pt x="1721644" y="1707356"/>
                </a:lnTo>
                <a:lnTo>
                  <a:pt x="1721644" y="1293019"/>
                </a:lnTo>
                <a:close/>
                <a:moveTo>
                  <a:pt x="1707356" y="1707356"/>
                </a:moveTo>
                <a:lnTo>
                  <a:pt x="1293019" y="1707356"/>
                </a:lnTo>
                <a:lnTo>
                  <a:pt x="1293019" y="1293019"/>
                </a:lnTo>
                <a:lnTo>
                  <a:pt x="1707356" y="1293019"/>
                </a:lnTo>
                <a:lnTo>
                  <a:pt x="1707356" y="1707356"/>
                </a:lnTo>
                <a:close/>
                <a:moveTo>
                  <a:pt x="2135981" y="1721644"/>
                </a:moveTo>
                <a:lnTo>
                  <a:pt x="2135981" y="2135981"/>
                </a:lnTo>
                <a:lnTo>
                  <a:pt x="1721644" y="2135981"/>
                </a:lnTo>
                <a:lnTo>
                  <a:pt x="1721644" y="1721644"/>
                </a:lnTo>
                <a:lnTo>
                  <a:pt x="2135981" y="1721644"/>
                </a:lnTo>
                <a:close/>
                <a:moveTo>
                  <a:pt x="2578894" y="2135981"/>
                </a:moveTo>
                <a:lnTo>
                  <a:pt x="2578894" y="1721644"/>
                </a:lnTo>
                <a:lnTo>
                  <a:pt x="2993231" y="1721644"/>
                </a:lnTo>
                <a:lnTo>
                  <a:pt x="2993231" y="2135981"/>
                </a:lnTo>
                <a:lnTo>
                  <a:pt x="2578894" y="2135981"/>
                </a:lnTo>
                <a:close/>
                <a:moveTo>
                  <a:pt x="2993231" y="2150269"/>
                </a:moveTo>
                <a:lnTo>
                  <a:pt x="2993231" y="2564606"/>
                </a:lnTo>
                <a:lnTo>
                  <a:pt x="2578894" y="2564606"/>
                </a:lnTo>
                <a:lnTo>
                  <a:pt x="2578894" y="2150269"/>
                </a:lnTo>
                <a:lnTo>
                  <a:pt x="2993231" y="2150269"/>
                </a:lnTo>
                <a:close/>
                <a:moveTo>
                  <a:pt x="2564606" y="2135981"/>
                </a:moveTo>
                <a:lnTo>
                  <a:pt x="2150269" y="2135981"/>
                </a:lnTo>
                <a:lnTo>
                  <a:pt x="2150269" y="1721644"/>
                </a:lnTo>
                <a:lnTo>
                  <a:pt x="2564606" y="1721644"/>
                </a:lnTo>
                <a:lnTo>
                  <a:pt x="2564606" y="2135981"/>
                </a:lnTo>
                <a:close/>
                <a:moveTo>
                  <a:pt x="2135981" y="2150269"/>
                </a:moveTo>
                <a:lnTo>
                  <a:pt x="2135981" y="2564606"/>
                </a:lnTo>
                <a:lnTo>
                  <a:pt x="1721644" y="2564606"/>
                </a:lnTo>
                <a:lnTo>
                  <a:pt x="1721644" y="2150269"/>
                </a:lnTo>
                <a:lnTo>
                  <a:pt x="2135981" y="2150269"/>
                </a:lnTo>
                <a:close/>
                <a:moveTo>
                  <a:pt x="2150269" y="2150269"/>
                </a:moveTo>
                <a:lnTo>
                  <a:pt x="2564606" y="2150269"/>
                </a:lnTo>
                <a:lnTo>
                  <a:pt x="2564606" y="2564606"/>
                </a:lnTo>
                <a:lnTo>
                  <a:pt x="2150269" y="2564606"/>
                </a:lnTo>
                <a:lnTo>
                  <a:pt x="2150269" y="2150269"/>
                </a:lnTo>
                <a:close/>
                <a:moveTo>
                  <a:pt x="2564606" y="2578894"/>
                </a:moveTo>
                <a:lnTo>
                  <a:pt x="2564606" y="2993231"/>
                </a:lnTo>
                <a:lnTo>
                  <a:pt x="2150269" y="2993231"/>
                </a:lnTo>
                <a:lnTo>
                  <a:pt x="2150269" y="2578894"/>
                </a:lnTo>
                <a:lnTo>
                  <a:pt x="2564606" y="2578894"/>
                </a:lnTo>
                <a:close/>
                <a:moveTo>
                  <a:pt x="2578894" y="2578894"/>
                </a:moveTo>
                <a:lnTo>
                  <a:pt x="2993231" y="2578894"/>
                </a:lnTo>
                <a:lnTo>
                  <a:pt x="2993231" y="2993231"/>
                </a:lnTo>
                <a:lnTo>
                  <a:pt x="2578894" y="2993231"/>
                </a:lnTo>
                <a:lnTo>
                  <a:pt x="2578894" y="2578894"/>
                </a:lnTo>
                <a:close/>
                <a:moveTo>
                  <a:pt x="3007519" y="2578894"/>
                </a:moveTo>
                <a:lnTo>
                  <a:pt x="3421856" y="2578894"/>
                </a:lnTo>
                <a:lnTo>
                  <a:pt x="3421856" y="2993231"/>
                </a:lnTo>
                <a:lnTo>
                  <a:pt x="3007519" y="2993231"/>
                </a:lnTo>
                <a:lnTo>
                  <a:pt x="3007519" y="2578894"/>
                </a:lnTo>
                <a:close/>
                <a:moveTo>
                  <a:pt x="2993231" y="3007519"/>
                </a:moveTo>
                <a:lnTo>
                  <a:pt x="2993231" y="3421856"/>
                </a:lnTo>
                <a:lnTo>
                  <a:pt x="2578894" y="3421856"/>
                </a:lnTo>
                <a:lnTo>
                  <a:pt x="2578894" y="3007519"/>
                </a:lnTo>
                <a:lnTo>
                  <a:pt x="2993231" y="3007519"/>
                </a:lnTo>
                <a:close/>
                <a:moveTo>
                  <a:pt x="3007519" y="3007519"/>
                </a:moveTo>
                <a:lnTo>
                  <a:pt x="3421856" y="3007519"/>
                </a:lnTo>
                <a:lnTo>
                  <a:pt x="3421856" y="3421856"/>
                </a:lnTo>
                <a:lnTo>
                  <a:pt x="3007519" y="3421856"/>
                </a:lnTo>
                <a:lnTo>
                  <a:pt x="3007519" y="3007519"/>
                </a:lnTo>
                <a:close/>
                <a:moveTo>
                  <a:pt x="3850481" y="2578894"/>
                </a:moveTo>
                <a:lnTo>
                  <a:pt x="3850481" y="2993231"/>
                </a:lnTo>
                <a:lnTo>
                  <a:pt x="3436144" y="2993231"/>
                </a:lnTo>
                <a:lnTo>
                  <a:pt x="3436144" y="2578894"/>
                </a:lnTo>
                <a:lnTo>
                  <a:pt x="3850481" y="2578894"/>
                </a:lnTo>
                <a:close/>
                <a:moveTo>
                  <a:pt x="3421856" y="2564606"/>
                </a:moveTo>
                <a:lnTo>
                  <a:pt x="3007519" y="2564606"/>
                </a:lnTo>
                <a:lnTo>
                  <a:pt x="3007519" y="2150269"/>
                </a:lnTo>
                <a:lnTo>
                  <a:pt x="3421856" y="2150269"/>
                </a:lnTo>
                <a:lnTo>
                  <a:pt x="3421856" y="2564606"/>
                </a:lnTo>
                <a:close/>
                <a:moveTo>
                  <a:pt x="3421856" y="1721644"/>
                </a:moveTo>
                <a:lnTo>
                  <a:pt x="3421856" y="2135981"/>
                </a:lnTo>
                <a:lnTo>
                  <a:pt x="3007519" y="2135981"/>
                </a:lnTo>
                <a:lnTo>
                  <a:pt x="3007519" y="1721644"/>
                </a:lnTo>
                <a:lnTo>
                  <a:pt x="3421856" y="1721644"/>
                </a:lnTo>
                <a:close/>
                <a:moveTo>
                  <a:pt x="2993231" y="1293019"/>
                </a:moveTo>
                <a:lnTo>
                  <a:pt x="2993231" y="1707356"/>
                </a:lnTo>
                <a:lnTo>
                  <a:pt x="2578894" y="1707356"/>
                </a:lnTo>
                <a:lnTo>
                  <a:pt x="2578894" y="1293019"/>
                </a:lnTo>
                <a:lnTo>
                  <a:pt x="2993231" y="1293019"/>
                </a:lnTo>
                <a:close/>
                <a:moveTo>
                  <a:pt x="2564606" y="1293019"/>
                </a:moveTo>
                <a:lnTo>
                  <a:pt x="2564606" y="1707356"/>
                </a:lnTo>
                <a:lnTo>
                  <a:pt x="2150269" y="1707356"/>
                </a:lnTo>
                <a:lnTo>
                  <a:pt x="2150269" y="1293019"/>
                </a:lnTo>
                <a:lnTo>
                  <a:pt x="2564606" y="1293019"/>
                </a:lnTo>
                <a:close/>
                <a:moveTo>
                  <a:pt x="2135981" y="864394"/>
                </a:moveTo>
                <a:lnTo>
                  <a:pt x="2135981" y="1278731"/>
                </a:lnTo>
                <a:lnTo>
                  <a:pt x="1721644" y="1278731"/>
                </a:lnTo>
                <a:lnTo>
                  <a:pt x="1721644" y="864394"/>
                </a:lnTo>
                <a:lnTo>
                  <a:pt x="2135981" y="864394"/>
                </a:lnTo>
                <a:close/>
                <a:moveTo>
                  <a:pt x="1707356" y="864394"/>
                </a:moveTo>
                <a:lnTo>
                  <a:pt x="1707356" y="1278731"/>
                </a:lnTo>
                <a:lnTo>
                  <a:pt x="1293019" y="1278731"/>
                </a:lnTo>
                <a:lnTo>
                  <a:pt x="1293019" y="864394"/>
                </a:lnTo>
                <a:lnTo>
                  <a:pt x="1707356" y="864394"/>
                </a:lnTo>
                <a:close/>
                <a:moveTo>
                  <a:pt x="1278731" y="435769"/>
                </a:moveTo>
                <a:lnTo>
                  <a:pt x="1278731" y="850106"/>
                </a:lnTo>
                <a:lnTo>
                  <a:pt x="864394" y="850106"/>
                </a:lnTo>
                <a:lnTo>
                  <a:pt x="864394" y="435769"/>
                </a:lnTo>
                <a:lnTo>
                  <a:pt x="1278731" y="435769"/>
                </a:lnTo>
                <a:close/>
                <a:moveTo>
                  <a:pt x="435769" y="850106"/>
                </a:moveTo>
                <a:lnTo>
                  <a:pt x="435769" y="435769"/>
                </a:lnTo>
                <a:lnTo>
                  <a:pt x="850106" y="435769"/>
                </a:lnTo>
                <a:lnTo>
                  <a:pt x="850106" y="850106"/>
                </a:lnTo>
                <a:lnTo>
                  <a:pt x="435769" y="850106"/>
                </a:lnTo>
                <a:close/>
                <a:moveTo>
                  <a:pt x="864394" y="864394"/>
                </a:moveTo>
                <a:lnTo>
                  <a:pt x="1278731" y="864394"/>
                </a:lnTo>
                <a:lnTo>
                  <a:pt x="1278731" y="1278731"/>
                </a:lnTo>
                <a:lnTo>
                  <a:pt x="864394" y="1278731"/>
                </a:lnTo>
                <a:lnTo>
                  <a:pt x="864394" y="864394"/>
                </a:lnTo>
                <a:close/>
                <a:moveTo>
                  <a:pt x="864394" y="1707356"/>
                </a:moveTo>
                <a:lnTo>
                  <a:pt x="864394" y="1293019"/>
                </a:lnTo>
                <a:lnTo>
                  <a:pt x="1278731" y="1293019"/>
                </a:lnTo>
                <a:lnTo>
                  <a:pt x="1278731" y="1707356"/>
                </a:lnTo>
                <a:lnTo>
                  <a:pt x="864394" y="1707356"/>
                </a:lnTo>
                <a:close/>
                <a:moveTo>
                  <a:pt x="1293019" y="1721644"/>
                </a:moveTo>
                <a:lnTo>
                  <a:pt x="1707356" y="1721644"/>
                </a:lnTo>
                <a:lnTo>
                  <a:pt x="1707356" y="2135981"/>
                </a:lnTo>
                <a:lnTo>
                  <a:pt x="1293019" y="2135981"/>
                </a:lnTo>
                <a:lnTo>
                  <a:pt x="1293019" y="1721644"/>
                </a:lnTo>
                <a:close/>
                <a:moveTo>
                  <a:pt x="1293019" y="2564606"/>
                </a:moveTo>
                <a:lnTo>
                  <a:pt x="1293019" y="2150269"/>
                </a:lnTo>
                <a:lnTo>
                  <a:pt x="1707356" y="2150269"/>
                </a:lnTo>
                <a:lnTo>
                  <a:pt x="1707356" y="2564606"/>
                </a:lnTo>
                <a:lnTo>
                  <a:pt x="1293019" y="2564606"/>
                </a:lnTo>
                <a:close/>
                <a:moveTo>
                  <a:pt x="1721644" y="2993231"/>
                </a:moveTo>
                <a:lnTo>
                  <a:pt x="1721644" y="2578894"/>
                </a:lnTo>
                <a:lnTo>
                  <a:pt x="2135981" y="2578894"/>
                </a:lnTo>
                <a:lnTo>
                  <a:pt x="2135981" y="2993231"/>
                </a:lnTo>
                <a:lnTo>
                  <a:pt x="1721644" y="2993231"/>
                </a:lnTo>
                <a:close/>
                <a:moveTo>
                  <a:pt x="2150269" y="3421856"/>
                </a:moveTo>
                <a:lnTo>
                  <a:pt x="2150269" y="3007519"/>
                </a:lnTo>
                <a:lnTo>
                  <a:pt x="2564606" y="3007519"/>
                </a:lnTo>
                <a:lnTo>
                  <a:pt x="2564606" y="3421856"/>
                </a:lnTo>
                <a:lnTo>
                  <a:pt x="2150269" y="3421856"/>
                </a:lnTo>
                <a:close/>
                <a:moveTo>
                  <a:pt x="2578894" y="3850481"/>
                </a:moveTo>
                <a:lnTo>
                  <a:pt x="2578894" y="3436144"/>
                </a:lnTo>
                <a:lnTo>
                  <a:pt x="2993231" y="3436144"/>
                </a:lnTo>
                <a:lnTo>
                  <a:pt x="2993231" y="3850481"/>
                </a:lnTo>
                <a:lnTo>
                  <a:pt x="2578894" y="3850481"/>
                </a:lnTo>
                <a:close/>
                <a:moveTo>
                  <a:pt x="3007519" y="3850481"/>
                </a:moveTo>
                <a:lnTo>
                  <a:pt x="3007519" y="3436144"/>
                </a:lnTo>
                <a:lnTo>
                  <a:pt x="3421856" y="3436144"/>
                </a:lnTo>
                <a:lnTo>
                  <a:pt x="3421856" y="3850481"/>
                </a:lnTo>
                <a:lnTo>
                  <a:pt x="3007519" y="3850481"/>
                </a:lnTo>
                <a:close/>
                <a:moveTo>
                  <a:pt x="3436144" y="4279106"/>
                </a:moveTo>
                <a:lnTo>
                  <a:pt x="3436144" y="3864769"/>
                </a:lnTo>
                <a:lnTo>
                  <a:pt x="3850481" y="3864769"/>
                </a:lnTo>
                <a:lnTo>
                  <a:pt x="3850481" y="4279106"/>
                </a:lnTo>
                <a:lnTo>
                  <a:pt x="3436144" y="4279106"/>
                </a:lnTo>
                <a:close/>
                <a:moveTo>
                  <a:pt x="3864769" y="4279106"/>
                </a:moveTo>
                <a:lnTo>
                  <a:pt x="3864769" y="3864769"/>
                </a:lnTo>
                <a:lnTo>
                  <a:pt x="4279106" y="3864769"/>
                </a:lnTo>
                <a:lnTo>
                  <a:pt x="4279106" y="4279106"/>
                </a:lnTo>
                <a:lnTo>
                  <a:pt x="3864769" y="4279106"/>
                </a:lnTo>
                <a:close/>
                <a:moveTo>
                  <a:pt x="4293394" y="4707731"/>
                </a:moveTo>
                <a:lnTo>
                  <a:pt x="4293394" y="4293394"/>
                </a:lnTo>
                <a:lnTo>
                  <a:pt x="4707731" y="4293394"/>
                </a:lnTo>
                <a:lnTo>
                  <a:pt x="4707731" y="4707731"/>
                </a:lnTo>
                <a:lnTo>
                  <a:pt x="4293394" y="4707731"/>
                </a:lnTo>
                <a:close/>
              </a:path>
            </a:pathLst>
          </a:custGeom>
          <a:gradFill flip="none" rotWithShape="1">
            <a:gsLst>
              <a:gs pos="19000">
                <a:schemeClr val="accent3">
                  <a:lumMod val="20000"/>
                  <a:lumOff val="80000"/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8" name="Freeform: Shape 172">
            <a:extLst>
              <a:ext uri="{FF2B5EF4-FFF2-40B4-BE49-F238E27FC236}">
                <a16:creationId xmlns:a16="http://schemas.microsoft.com/office/drawing/2014/main" id="{957EA297-48C1-1E72-C7BD-27CDD8697977}"/>
              </a:ext>
            </a:extLst>
          </p:cNvPr>
          <p:cNvSpPr/>
          <p:nvPr/>
        </p:nvSpPr>
        <p:spPr>
          <a:xfrm>
            <a:off x="2184213" y="271673"/>
            <a:ext cx="6849208" cy="6849208"/>
          </a:xfrm>
          <a:custGeom>
            <a:avLst/>
            <a:gdLst>
              <a:gd name="connsiteX0" fmla="*/ 5143500 w 5143500"/>
              <a:gd name="connsiteY0" fmla="*/ 4707731 h 5143500"/>
              <a:gd name="connsiteX1" fmla="*/ 4722019 w 5143500"/>
              <a:gd name="connsiteY1" fmla="*/ 4707731 h 5143500"/>
              <a:gd name="connsiteX2" fmla="*/ 4722019 w 5143500"/>
              <a:gd name="connsiteY2" fmla="*/ 4293394 h 5143500"/>
              <a:gd name="connsiteX3" fmla="*/ 4914900 w 5143500"/>
              <a:gd name="connsiteY3" fmla="*/ 4293394 h 5143500"/>
              <a:gd name="connsiteX4" fmla="*/ 4914900 w 5143500"/>
              <a:gd name="connsiteY4" fmla="*/ 4279106 h 5143500"/>
              <a:gd name="connsiteX5" fmla="*/ 4722019 w 5143500"/>
              <a:gd name="connsiteY5" fmla="*/ 4279106 h 5143500"/>
              <a:gd name="connsiteX6" fmla="*/ 4722019 w 5143500"/>
              <a:gd name="connsiteY6" fmla="*/ 1971675 h 5143500"/>
              <a:gd name="connsiteX7" fmla="*/ 4707731 w 5143500"/>
              <a:gd name="connsiteY7" fmla="*/ 1971675 h 5143500"/>
              <a:gd name="connsiteX8" fmla="*/ 4707731 w 5143500"/>
              <a:gd name="connsiteY8" fmla="*/ 4279106 h 5143500"/>
              <a:gd name="connsiteX9" fmla="*/ 4293394 w 5143500"/>
              <a:gd name="connsiteY9" fmla="*/ 4279106 h 5143500"/>
              <a:gd name="connsiteX10" fmla="*/ 4293394 w 5143500"/>
              <a:gd name="connsiteY10" fmla="*/ 3864769 h 5143500"/>
              <a:gd name="connsiteX11" fmla="*/ 4614863 w 5143500"/>
              <a:gd name="connsiteY11" fmla="*/ 3864769 h 5143500"/>
              <a:gd name="connsiteX12" fmla="*/ 4614863 w 5143500"/>
              <a:gd name="connsiteY12" fmla="*/ 3850481 h 5143500"/>
              <a:gd name="connsiteX13" fmla="*/ 4293394 w 5143500"/>
              <a:gd name="connsiteY13" fmla="*/ 3850481 h 5143500"/>
              <a:gd name="connsiteX14" fmla="*/ 4293394 w 5143500"/>
              <a:gd name="connsiteY14" fmla="*/ 3436144 h 5143500"/>
              <a:gd name="connsiteX15" fmla="*/ 4457700 w 5143500"/>
              <a:gd name="connsiteY15" fmla="*/ 3436144 h 5143500"/>
              <a:gd name="connsiteX16" fmla="*/ 4457700 w 5143500"/>
              <a:gd name="connsiteY16" fmla="*/ 3421856 h 5143500"/>
              <a:gd name="connsiteX17" fmla="*/ 4293394 w 5143500"/>
              <a:gd name="connsiteY17" fmla="*/ 3421856 h 5143500"/>
              <a:gd name="connsiteX18" fmla="*/ 4293394 w 5143500"/>
              <a:gd name="connsiteY18" fmla="*/ 1774508 h 5143500"/>
              <a:gd name="connsiteX19" fmla="*/ 4279106 w 5143500"/>
              <a:gd name="connsiteY19" fmla="*/ 1774508 h 5143500"/>
              <a:gd name="connsiteX20" fmla="*/ 4279106 w 5143500"/>
              <a:gd name="connsiteY20" fmla="*/ 3421856 h 5143500"/>
              <a:gd name="connsiteX21" fmla="*/ 3864769 w 5143500"/>
              <a:gd name="connsiteY21" fmla="*/ 3421856 h 5143500"/>
              <a:gd name="connsiteX22" fmla="*/ 3864769 w 5143500"/>
              <a:gd name="connsiteY22" fmla="*/ 3007519 h 5143500"/>
              <a:gd name="connsiteX23" fmla="*/ 4229100 w 5143500"/>
              <a:gd name="connsiteY23" fmla="*/ 3007519 h 5143500"/>
              <a:gd name="connsiteX24" fmla="*/ 4229100 w 5143500"/>
              <a:gd name="connsiteY24" fmla="*/ 2993231 h 5143500"/>
              <a:gd name="connsiteX25" fmla="*/ 3864769 w 5143500"/>
              <a:gd name="connsiteY25" fmla="*/ 2993231 h 5143500"/>
              <a:gd name="connsiteX26" fmla="*/ 3864769 w 5143500"/>
              <a:gd name="connsiteY26" fmla="*/ 2578894 h 5143500"/>
              <a:gd name="connsiteX27" fmla="*/ 4000500 w 5143500"/>
              <a:gd name="connsiteY27" fmla="*/ 2578894 h 5143500"/>
              <a:gd name="connsiteX28" fmla="*/ 4000500 w 5143500"/>
              <a:gd name="connsiteY28" fmla="*/ 2564606 h 5143500"/>
              <a:gd name="connsiteX29" fmla="*/ 3864769 w 5143500"/>
              <a:gd name="connsiteY29" fmla="*/ 2564606 h 5143500"/>
              <a:gd name="connsiteX30" fmla="*/ 3864769 w 5143500"/>
              <a:gd name="connsiteY30" fmla="*/ 1577340 h 5143500"/>
              <a:gd name="connsiteX31" fmla="*/ 3850481 w 5143500"/>
              <a:gd name="connsiteY31" fmla="*/ 1577340 h 5143500"/>
              <a:gd name="connsiteX32" fmla="*/ 3850481 w 5143500"/>
              <a:gd name="connsiteY32" fmla="*/ 2564606 h 5143500"/>
              <a:gd name="connsiteX33" fmla="*/ 3436144 w 5143500"/>
              <a:gd name="connsiteY33" fmla="*/ 2564606 h 5143500"/>
              <a:gd name="connsiteX34" fmla="*/ 3436144 w 5143500"/>
              <a:gd name="connsiteY34" fmla="*/ 2150269 h 5143500"/>
              <a:gd name="connsiteX35" fmla="*/ 3771900 w 5143500"/>
              <a:gd name="connsiteY35" fmla="*/ 2150269 h 5143500"/>
              <a:gd name="connsiteX36" fmla="*/ 3771900 w 5143500"/>
              <a:gd name="connsiteY36" fmla="*/ 2135981 h 5143500"/>
              <a:gd name="connsiteX37" fmla="*/ 3436144 w 5143500"/>
              <a:gd name="connsiteY37" fmla="*/ 2135981 h 5143500"/>
              <a:gd name="connsiteX38" fmla="*/ 3436144 w 5143500"/>
              <a:gd name="connsiteY38" fmla="*/ 1721644 h 5143500"/>
              <a:gd name="connsiteX39" fmla="*/ 3543300 w 5143500"/>
              <a:gd name="connsiteY39" fmla="*/ 1721644 h 5143500"/>
              <a:gd name="connsiteX40" fmla="*/ 3543300 w 5143500"/>
              <a:gd name="connsiteY40" fmla="*/ 1707356 h 5143500"/>
              <a:gd name="connsiteX41" fmla="*/ 3436144 w 5143500"/>
              <a:gd name="connsiteY41" fmla="*/ 1707356 h 5143500"/>
              <a:gd name="connsiteX42" fmla="*/ 3436144 w 5143500"/>
              <a:gd name="connsiteY42" fmla="*/ 1380173 h 5143500"/>
              <a:gd name="connsiteX43" fmla="*/ 3421856 w 5143500"/>
              <a:gd name="connsiteY43" fmla="*/ 1380173 h 5143500"/>
              <a:gd name="connsiteX44" fmla="*/ 3421856 w 5143500"/>
              <a:gd name="connsiteY44" fmla="*/ 1707356 h 5143500"/>
              <a:gd name="connsiteX45" fmla="*/ 3007519 w 5143500"/>
              <a:gd name="connsiteY45" fmla="*/ 1707356 h 5143500"/>
              <a:gd name="connsiteX46" fmla="*/ 3007519 w 5143500"/>
              <a:gd name="connsiteY46" fmla="*/ 1293019 h 5143500"/>
              <a:gd name="connsiteX47" fmla="*/ 3314700 w 5143500"/>
              <a:gd name="connsiteY47" fmla="*/ 1293019 h 5143500"/>
              <a:gd name="connsiteX48" fmla="*/ 3314700 w 5143500"/>
              <a:gd name="connsiteY48" fmla="*/ 1278731 h 5143500"/>
              <a:gd name="connsiteX49" fmla="*/ 3007519 w 5143500"/>
              <a:gd name="connsiteY49" fmla="*/ 1278731 h 5143500"/>
              <a:gd name="connsiteX50" fmla="*/ 3007519 w 5143500"/>
              <a:gd name="connsiteY50" fmla="*/ 1183005 h 5143500"/>
              <a:gd name="connsiteX51" fmla="*/ 2993231 w 5143500"/>
              <a:gd name="connsiteY51" fmla="*/ 1183005 h 5143500"/>
              <a:gd name="connsiteX52" fmla="*/ 2993231 w 5143500"/>
              <a:gd name="connsiteY52" fmla="*/ 1278731 h 5143500"/>
              <a:gd name="connsiteX53" fmla="*/ 2578894 w 5143500"/>
              <a:gd name="connsiteY53" fmla="*/ 1278731 h 5143500"/>
              <a:gd name="connsiteX54" fmla="*/ 2578894 w 5143500"/>
              <a:gd name="connsiteY54" fmla="*/ 985838 h 5143500"/>
              <a:gd name="connsiteX55" fmla="*/ 2564606 w 5143500"/>
              <a:gd name="connsiteY55" fmla="*/ 985838 h 5143500"/>
              <a:gd name="connsiteX56" fmla="*/ 2564606 w 5143500"/>
              <a:gd name="connsiteY56" fmla="*/ 1278731 h 5143500"/>
              <a:gd name="connsiteX57" fmla="*/ 2150269 w 5143500"/>
              <a:gd name="connsiteY57" fmla="*/ 1278731 h 5143500"/>
              <a:gd name="connsiteX58" fmla="*/ 2150269 w 5143500"/>
              <a:gd name="connsiteY58" fmla="*/ 864394 h 5143500"/>
              <a:gd name="connsiteX59" fmla="*/ 3086100 w 5143500"/>
              <a:gd name="connsiteY59" fmla="*/ 864394 h 5143500"/>
              <a:gd name="connsiteX60" fmla="*/ 3086100 w 5143500"/>
              <a:gd name="connsiteY60" fmla="*/ 850106 h 5143500"/>
              <a:gd name="connsiteX61" fmla="*/ 2150269 w 5143500"/>
              <a:gd name="connsiteY61" fmla="*/ 850106 h 5143500"/>
              <a:gd name="connsiteX62" fmla="*/ 2150269 w 5143500"/>
              <a:gd name="connsiteY62" fmla="*/ 788670 h 5143500"/>
              <a:gd name="connsiteX63" fmla="*/ 2135981 w 5143500"/>
              <a:gd name="connsiteY63" fmla="*/ 788670 h 5143500"/>
              <a:gd name="connsiteX64" fmla="*/ 2135981 w 5143500"/>
              <a:gd name="connsiteY64" fmla="*/ 850106 h 5143500"/>
              <a:gd name="connsiteX65" fmla="*/ 1721644 w 5143500"/>
              <a:gd name="connsiteY65" fmla="*/ 850106 h 5143500"/>
              <a:gd name="connsiteX66" fmla="*/ 1721644 w 5143500"/>
              <a:gd name="connsiteY66" fmla="*/ 591503 h 5143500"/>
              <a:gd name="connsiteX67" fmla="*/ 1707356 w 5143500"/>
              <a:gd name="connsiteY67" fmla="*/ 591503 h 5143500"/>
              <a:gd name="connsiteX68" fmla="*/ 1707356 w 5143500"/>
              <a:gd name="connsiteY68" fmla="*/ 850106 h 5143500"/>
              <a:gd name="connsiteX69" fmla="*/ 1293019 w 5143500"/>
              <a:gd name="connsiteY69" fmla="*/ 850106 h 5143500"/>
              <a:gd name="connsiteX70" fmla="*/ 1293019 w 5143500"/>
              <a:gd name="connsiteY70" fmla="*/ 435769 h 5143500"/>
              <a:gd name="connsiteX71" fmla="*/ 2857500 w 5143500"/>
              <a:gd name="connsiteY71" fmla="*/ 435769 h 5143500"/>
              <a:gd name="connsiteX72" fmla="*/ 2857500 w 5143500"/>
              <a:gd name="connsiteY72" fmla="*/ 421481 h 5143500"/>
              <a:gd name="connsiteX73" fmla="*/ 1293019 w 5143500"/>
              <a:gd name="connsiteY73" fmla="*/ 421481 h 5143500"/>
              <a:gd name="connsiteX74" fmla="*/ 1293019 w 5143500"/>
              <a:gd name="connsiteY74" fmla="*/ 394335 h 5143500"/>
              <a:gd name="connsiteX75" fmla="*/ 1278731 w 5143500"/>
              <a:gd name="connsiteY75" fmla="*/ 394335 h 5143500"/>
              <a:gd name="connsiteX76" fmla="*/ 1278731 w 5143500"/>
              <a:gd name="connsiteY76" fmla="*/ 421481 h 5143500"/>
              <a:gd name="connsiteX77" fmla="*/ 864394 w 5143500"/>
              <a:gd name="connsiteY77" fmla="*/ 421481 h 5143500"/>
              <a:gd name="connsiteX78" fmla="*/ 864394 w 5143500"/>
              <a:gd name="connsiteY78" fmla="*/ 197168 h 5143500"/>
              <a:gd name="connsiteX79" fmla="*/ 850106 w 5143500"/>
              <a:gd name="connsiteY79" fmla="*/ 197168 h 5143500"/>
              <a:gd name="connsiteX80" fmla="*/ 850106 w 5143500"/>
              <a:gd name="connsiteY80" fmla="*/ 421481 h 5143500"/>
              <a:gd name="connsiteX81" fmla="*/ 435769 w 5143500"/>
              <a:gd name="connsiteY81" fmla="*/ 421481 h 5143500"/>
              <a:gd name="connsiteX82" fmla="*/ 435769 w 5143500"/>
              <a:gd name="connsiteY82" fmla="*/ 0 h 5143500"/>
              <a:gd name="connsiteX83" fmla="*/ 421481 w 5143500"/>
              <a:gd name="connsiteY83" fmla="*/ 0 h 5143500"/>
              <a:gd name="connsiteX84" fmla="*/ 421481 w 5143500"/>
              <a:gd name="connsiteY84" fmla="*/ 421481 h 5143500"/>
              <a:gd name="connsiteX85" fmla="*/ 0 w 5143500"/>
              <a:gd name="connsiteY85" fmla="*/ 421481 h 5143500"/>
              <a:gd name="connsiteX86" fmla="*/ 0 w 5143500"/>
              <a:gd name="connsiteY86" fmla="*/ 435769 h 5143500"/>
              <a:gd name="connsiteX87" fmla="*/ 421481 w 5143500"/>
              <a:gd name="connsiteY87" fmla="*/ 435769 h 5143500"/>
              <a:gd name="connsiteX88" fmla="*/ 421481 w 5143500"/>
              <a:gd name="connsiteY88" fmla="*/ 850106 h 5143500"/>
              <a:gd name="connsiteX89" fmla="*/ 248603 w 5143500"/>
              <a:gd name="connsiteY89" fmla="*/ 850106 h 5143500"/>
              <a:gd name="connsiteX90" fmla="*/ 248603 w 5143500"/>
              <a:gd name="connsiteY90" fmla="*/ 864394 h 5143500"/>
              <a:gd name="connsiteX91" fmla="*/ 421481 w 5143500"/>
              <a:gd name="connsiteY91" fmla="*/ 864394 h 5143500"/>
              <a:gd name="connsiteX92" fmla="*/ 421481 w 5143500"/>
              <a:gd name="connsiteY92" fmla="*/ 2657475 h 5143500"/>
              <a:gd name="connsiteX93" fmla="*/ 435769 w 5143500"/>
              <a:gd name="connsiteY93" fmla="*/ 2657475 h 5143500"/>
              <a:gd name="connsiteX94" fmla="*/ 435769 w 5143500"/>
              <a:gd name="connsiteY94" fmla="*/ 864394 h 5143500"/>
              <a:gd name="connsiteX95" fmla="*/ 850106 w 5143500"/>
              <a:gd name="connsiteY95" fmla="*/ 864394 h 5143500"/>
              <a:gd name="connsiteX96" fmla="*/ 850106 w 5143500"/>
              <a:gd name="connsiteY96" fmla="*/ 1278731 h 5143500"/>
              <a:gd name="connsiteX97" fmla="*/ 497205 w 5143500"/>
              <a:gd name="connsiteY97" fmla="*/ 1278731 h 5143500"/>
              <a:gd name="connsiteX98" fmla="*/ 497205 w 5143500"/>
              <a:gd name="connsiteY98" fmla="*/ 1293019 h 5143500"/>
              <a:gd name="connsiteX99" fmla="*/ 850106 w 5143500"/>
              <a:gd name="connsiteY99" fmla="*/ 1293019 h 5143500"/>
              <a:gd name="connsiteX100" fmla="*/ 850106 w 5143500"/>
              <a:gd name="connsiteY100" fmla="*/ 1707356 h 5143500"/>
              <a:gd name="connsiteX101" fmla="*/ 745807 w 5143500"/>
              <a:gd name="connsiteY101" fmla="*/ 1707356 h 5143500"/>
              <a:gd name="connsiteX102" fmla="*/ 745807 w 5143500"/>
              <a:gd name="connsiteY102" fmla="*/ 1721644 h 5143500"/>
              <a:gd name="connsiteX103" fmla="*/ 850106 w 5143500"/>
              <a:gd name="connsiteY103" fmla="*/ 1721644 h 5143500"/>
              <a:gd name="connsiteX104" fmla="*/ 850106 w 5143500"/>
              <a:gd name="connsiteY104" fmla="*/ 2906078 h 5143500"/>
              <a:gd name="connsiteX105" fmla="*/ 864394 w 5143500"/>
              <a:gd name="connsiteY105" fmla="*/ 2906078 h 5143500"/>
              <a:gd name="connsiteX106" fmla="*/ 864394 w 5143500"/>
              <a:gd name="connsiteY106" fmla="*/ 1721644 h 5143500"/>
              <a:gd name="connsiteX107" fmla="*/ 1278731 w 5143500"/>
              <a:gd name="connsiteY107" fmla="*/ 1721644 h 5143500"/>
              <a:gd name="connsiteX108" fmla="*/ 1278731 w 5143500"/>
              <a:gd name="connsiteY108" fmla="*/ 2135981 h 5143500"/>
              <a:gd name="connsiteX109" fmla="*/ 994410 w 5143500"/>
              <a:gd name="connsiteY109" fmla="*/ 2135981 h 5143500"/>
              <a:gd name="connsiteX110" fmla="*/ 994410 w 5143500"/>
              <a:gd name="connsiteY110" fmla="*/ 2150269 h 5143500"/>
              <a:gd name="connsiteX111" fmla="*/ 1278731 w 5143500"/>
              <a:gd name="connsiteY111" fmla="*/ 2150269 h 5143500"/>
              <a:gd name="connsiteX112" fmla="*/ 1278731 w 5143500"/>
              <a:gd name="connsiteY112" fmla="*/ 2564606 h 5143500"/>
              <a:gd name="connsiteX113" fmla="*/ 1243013 w 5143500"/>
              <a:gd name="connsiteY113" fmla="*/ 2564606 h 5143500"/>
              <a:gd name="connsiteX114" fmla="*/ 1243013 w 5143500"/>
              <a:gd name="connsiteY114" fmla="*/ 2578894 h 5143500"/>
              <a:gd name="connsiteX115" fmla="*/ 1278731 w 5143500"/>
              <a:gd name="connsiteY115" fmla="*/ 2578894 h 5143500"/>
              <a:gd name="connsiteX116" fmla="*/ 1278731 w 5143500"/>
              <a:gd name="connsiteY116" fmla="*/ 3154680 h 5143500"/>
              <a:gd name="connsiteX117" fmla="*/ 1293019 w 5143500"/>
              <a:gd name="connsiteY117" fmla="*/ 3154680 h 5143500"/>
              <a:gd name="connsiteX118" fmla="*/ 1293019 w 5143500"/>
              <a:gd name="connsiteY118" fmla="*/ 2578894 h 5143500"/>
              <a:gd name="connsiteX119" fmla="*/ 1707356 w 5143500"/>
              <a:gd name="connsiteY119" fmla="*/ 2578894 h 5143500"/>
              <a:gd name="connsiteX120" fmla="*/ 1707356 w 5143500"/>
              <a:gd name="connsiteY120" fmla="*/ 2993231 h 5143500"/>
              <a:gd name="connsiteX121" fmla="*/ 1491615 w 5143500"/>
              <a:gd name="connsiteY121" fmla="*/ 2993231 h 5143500"/>
              <a:gd name="connsiteX122" fmla="*/ 1491615 w 5143500"/>
              <a:gd name="connsiteY122" fmla="*/ 3007519 h 5143500"/>
              <a:gd name="connsiteX123" fmla="*/ 1707356 w 5143500"/>
              <a:gd name="connsiteY123" fmla="*/ 3007519 h 5143500"/>
              <a:gd name="connsiteX124" fmla="*/ 1707356 w 5143500"/>
              <a:gd name="connsiteY124" fmla="*/ 3403283 h 5143500"/>
              <a:gd name="connsiteX125" fmla="*/ 1721644 w 5143500"/>
              <a:gd name="connsiteY125" fmla="*/ 3403283 h 5143500"/>
              <a:gd name="connsiteX126" fmla="*/ 1721644 w 5143500"/>
              <a:gd name="connsiteY126" fmla="*/ 3007519 h 5143500"/>
              <a:gd name="connsiteX127" fmla="*/ 2135981 w 5143500"/>
              <a:gd name="connsiteY127" fmla="*/ 3007519 h 5143500"/>
              <a:gd name="connsiteX128" fmla="*/ 2135981 w 5143500"/>
              <a:gd name="connsiteY128" fmla="*/ 3421856 h 5143500"/>
              <a:gd name="connsiteX129" fmla="*/ 1740218 w 5143500"/>
              <a:gd name="connsiteY129" fmla="*/ 3421856 h 5143500"/>
              <a:gd name="connsiteX130" fmla="*/ 1740218 w 5143500"/>
              <a:gd name="connsiteY130" fmla="*/ 3436144 h 5143500"/>
              <a:gd name="connsiteX131" fmla="*/ 2135981 w 5143500"/>
              <a:gd name="connsiteY131" fmla="*/ 3436144 h 5143500"/>
              <a:gd name="connsiteX132" fmla="*/ 2135981 w 5143500"/>
              <a:gd name="connsiteY132" fmla="*/ 3651885 h 5143500"/>
              <a:gd name="connsiteX133" fmla="*/ 2150269 w 5143500"/>
              <a:gd name="connsiteY133" fmla="*/ 3651885 h 5143500"/>
              <a:gd name="connsiteX134" fmla="*/ 2150269 w 5143500"/>
              <a:gd name="connsiteY134" fmla="*/ 3436144 h 5143500"/>
              <a:gd name="connsiteX135" fmla="*/ 2564606 w 5143500"/>
              <a:gd name="connsiteY135" fmla="*/ 3436144 h 5143500"/>
              <a:gd name="connsiteX136" fmla="*/ 2564606 w 5143500"/>
              <a:gd name="connsiteY136" fmla="*/ 3850481 h 5143500"/>
              <a:gd name="connsiteX137" fmla="*/ 1988820 w 5143500"/>
              <a:gd name="connsiteY137" fmla="*/ 3850481 h 5143500"/>
              <a:gd name="connsiteX138" fmla="*/ 1988820 w 5143500"/>
              <a:gd name="connsiteY138" fmla="*/ 3864769 h 5143500"/>
              <a:gd name="connsiteX139" fmla="*/ 2564606 w 5143500"/>
              <a:gd name="connsiteY139" fmla="*/ 3864769 h 5143500"/>
              <a:gd name="connsiteX140" fmla="*/ 2564606 w 5143500"/>
              <a:gd name="connsiteY140" fmla="*/ 3900488 h 5143500"/>
              <a:gd name="connsiteX141" fmla="*/ 2578894 w 5143500"/>
              <a:gd name="connsiteY141" fmla="*/ 3900488 h 5143500"/>
              <a:gd name="connsiteX142" fmla="*/ 2578894 w 5143500"/>
              <a:gd name="connsiteY142" fmla="*/ 3864769 h 5143500"/>
              <a:gd name="connsiteX143" fmla="*/ 2993231 w 5143500"/>
              <a:gd name="connsiteY143" fmla="*/ 3864769 h 5143500"/>
              <a:gd name="connsiteX144" fmla="*/ 2993231 w 5143500"/>
              <a:gd name="connsiteY144" fmla="*/ 4149090 h 5143500"/>
              <a:gd name="connsiteX145" fmla="*/ 3007519 w 5143500"/>
              <a:gd name="connsiteY145" fmla="*/ 4149090 h 5143500"/>
              <a:gd name="connsiteX146" fmla="*/ 3007519 w 5143500"/>
              <a:gd name="connsiteY146" fmla="*/ 3864769 h 5143500"/>
              <a:gd name="connsiteX147" fmla="*/ 3421856 w 5143500"/>
              <a:gd name="connsiteY147" fmla="*/ 3864769 h 5143500"/>
              <a:gd name="connsiteX148" fmla="*/ 3421856 w 5143500"/>
              <a:gd name="connsiteY148" fmla="*/ 4279106 h 5143500"/>
              <a:gd name="connsiteX149" fmla="*/ 2237423 w 5143500"/>
              <a:gd name="connsiteY149" fmla="*/ 4279106 h 5143500"/>
              <a:gd name="connsiteX150" fmla="*/ 2237423 w 5143500"/>
              <a:gd name="connsiteY150" fmla="*/ 4293394 h 5143500"/>
              <a:gd name="connsiteX151" fmla="*/ 3421856 w 5143500"/>
              <a:gd name="connsiteY151" fmla="*/ 4293394 h 5143500"/>
              <a:gd name="connsiteX152" fmla="*/ 3421856 w 5143500"/>
              <a:gd name="connsiteY152" fmla="*/ 4397693 h 5143500"/>
              <a:gd name="connsiteX153" fmla="*/ 3436144 w 5143500"/>
              <a:gd name="connsiteY153" fmla="*/ 4397693 h 5143500"/>
              <a:gd name="connsiteX154" fmla="*/ 3436144 w 5143500"/>
              <a:gd name="connsiteY154" fmla="*/ 4293394 h 5143500"/>
              <a:gd name="connsiteX155" fmla="*/ 3850481 w 5143500"/>
              <a:gd name="connsiteY155" fmla="*/ 4293394 h 5143500"/>
              <a:gd name="connsiteX156" fmla="*/ 3850481 w 5143500"/>
              <a:gd name="connsiteY156" fmla="*/ 4646295 h 5143500"/>
              <a:gd name="connsiteX157" fmla="*/ 3864769 w 5143500"/>
              <a:gd name="connsiteY157" fmla="*/ 4646295 h 5143500"/>
              <a:gd name="connsiteX158" fmla="*/ 3864769 w 5143500"/>
              <a:gd name="connsiteY158" fmla="*/ 4293394 h 5143500"/>
              <a:gd name="connsiteX159" fmla="*/ 4279106 w 5143500"/>
              <a:gd name="connsiteY159" fmla="*/ 4293394 h 5143500"/>
              <a:gd name="connsiteX160" fmla="*/ 4279106 w 5143500"/>
              <a:gd name="connsiteY160" fmla="*/ 4707731 h 5143500"/>
              <a:gd name="connsiteX161" fmla="*/ 2486025 w 5143500"/>
              <a:gd name="connsiteY161" fmla="*/ 4707731 h 5143500"/>
              <a:gd name="connsiteX162" fmla="*/ 2486025 w 5143500"/>
              <a:gd name="connsiteY162" fmla="*/ 4722019 h 5143500"/>
              <a:gd name="connsiteX163" fmla="*/ 4279106 w 5143500"/>
              <a:gd name="connsiteY163" fmla="*/ 4722019 h 5143500"/>
              <a:gd name="connsiteX164" fmla="*/ 4279106 w 5143500"/>
              <a:gd name="connsiteY164" fmla="*/ 4894898 h 5143500"/>
              <a:gd name="connsiteX165" fmla="*/ 4293394 w 5143500"/>
              <a:gd name="connsiteY165" fmla="*/ 4894898 h 5143500"/>
              <a:gd name="connsiteX166" fmla="*/ 4293394 w 5143500"/>
              <a:gd name="connsiteY166" fmla="*/ 4722019 h 5143500"/>
              <a:gd name="connsiteX167" fmla="*/ 4707731 w 5143500"/>
              <a:gd name="connsiteY167" fmla="*/ 4722019 h 5143500"/>
              <a:gd name="connsiteX168" fmla="*/ 4707731 w 5143500"/>
              <a:gd name="connsiteY168" fmla="*/ 5143500 h 5143500"/>
              <a:gd name="connsiteX169" fmla="*/ 4722019 w 5143500"/>
              <a:gd name="connsiteY169" fmla="*/ 5143500 h 5143500"/>
              <a:gd name="connsiteX170" fmla="*/ 4722019 w 5143500"/>
              <a:gd name="connsiteY170" fmla="*/ 4722019 h 5143500"/>
              <a:gd name="connsiteX171" fmla="*/ 5143500 w 5143500"/>
              <a:gd name="connsiteY171" fmla="*/ 4722019 h 5143500"/>
              <a:gd name="connsiteX172" fmla="*/ 5143500 w 5143500"/>
              <a:gd name="connsiteY172" fmla="*/ 4707731 h 5143500"/>
              <a:gd name="connsiteX173" fmla="*/ 4279106 w 5143500"/>
              <a:gd name="connsiteY173" fmla="*/ 3436144 h 5143500"/>
              <a:gd name="connsiteX174" fmla="*/ 4279106 w 5143500"/>
              <a:gd name="connsiteY174" fmla="*/ 3850481 h 5143500"/>
              <a:gd name="connsiteX175" fmla="*/ 3864769 w 5143500"/>
              <a:gd name="connsiteY175" fmla="*/ 3850481 h 5143500"/>
              <a:gd name="connsiteX176" fmla="*/ 3864769 w 5143500"/>
              <a:gd name="connsiteY176" fmla="*/ 3436144 h 5143500"/>
              <a:gd name="connsiteX177" fmla="*/ 4279106 w 5143500"/>
              <a:gd name="connsiteY177" fmla="*/ 3436144 h 5143500"/>
              <a:gd name="connsiteX178" fmla="*/ 3850481 w 5143500"/>
              <a:gd name="connsiteY178" fmla="*/ 3850481 h 5143500"/>
              <a:gd name="connsiteX179" fmla="*/ 3436144 w 5143500"/>
              <a:gd name="connsiteY179" fmla="*/ 3850481 h 5143500"/>
              <a:gd name="connsiteX180" fmla="*/ 3436144 w 5143500"/>
              <a:gd name="connsiteY180" fmla="*/ 3436144 h 5143500"/>
              <a:gd name="connsiteX181" fmla="*/ 3850481 w 5143500"/>
              <a:gd name="connsiteY181" fmla="*/ 3436144 h 5143500"/>
              <a:gd name="connsiteX182" fmla="*/ 3850481 w 5143500"/>
              <a:gd name="connsiteY182" fmla="*/ 3850481 h 5143500"/>
              <a:gd name="connsiteX183" fmla="*/ 3850481 w 5143500"/>
              <a:gd name="connsiteY183" fmla="*/ 3421856 h 5143500"/>
              <a:gd name="connsiteX184" fmla="*/ 3436144 w 5143500"/>
              <a:gd name="connsiteY184" fmla="*/ 3421856 h 5143500"/>
              <a:gd name="connsiteX185" fmla="*/ 3436144 w 5143500"/>
              <a:gd name="connsiteY185" fmla="*/ 3007519 h 5143500"/>
              <a:gd name="connsiteX186" fmla="*/ 3850481 w 5143500"/>
              <a:gd name="connsiteY186" fmla="*/ 3007519 h 5143500"/>
              <a:gd name="connsiteX187" fmla="*/ 3850481 w 5143500"/>
              <a:gd name="connsiteY187" fmla="*/ 3421856 h 5143500"/>
              <a:gd name="connsiteX188" fmla="*/ 1721644 w 5143500"/>
              <a:gd name="connsiteY188" fmla="*/ 1293019 h 5143500"/>
              <a:gd name="connsiteX189" fmla="*/ 2135981 w 5143500"/>
              <a:gd name="connsiteY189" fmla="*/ 1293019 h 5143500"/>
              <a:gd name="connsiteX190" fmla="*/ 2135981 w 5143500"/>
              <a:gd name="connsiteY190" fmla="*/ 1707356 h 5143500"/>
              <a:gd name="connsiteX191" fmla="*/ 1721644 w 5143500"/>
              <a:gd name="connsiteY191" fmla="*/ 1707356 h 5143500"/>
              <a:gd name="connsiteX192" fmla="*/ 1721644 w 5143500"/>
              <a:gd name="connsiteY192" fmla="*/ 1293019 h 5143500"/>
              <a:gd name="connsiteX193" fmla="*/ 1707356 w 5143500"/>
              <a:gd name="connsiteY193" fmla="*/ 1707356 h 5143500"/>
              <a:gd name="connsiteX194" fmla="*/ 1293019 w 5143500"/>
              <a:gd name="connsiteY194" fmla="*/ 1707356 h 5143500"/>
              <a:gd name="connsiteX195" fmla="*/ 1293019 w 5143500"/>
              <a:gd name="connsiteY195" fmla="*/ 1293019 h 5143500"/>
              <a:gd name="connsiteX196" fmla="*/ 1707356 w 5143500"/>
              <a:gd name="connsiteY196" fmla="*/ 1293019 h 5143500"/>
              <a:gd name="connsiteX197" fmla="*/ 1707356 w 5143500"/>
              <a:gd name="connsiteY197" fmla="*/ 1707356 h 5143500"/>
              <a:gd name="connsiteX198" fmla="*/ 2135981 w 5143500"/>
              <a:gd name="connsiteY198" fmla="*/ 1721644 h 5143500"/>
              <a:gd name="connsiteX199" fmla="*/ 2135981 w 5143500"/>
              <a:gd name="connsiteY199" fmla="*/ 2135981 h 5143500"/>
              <a:gd name="connsiteX200" fmla="*/ 1721644 w 5143500"/>
              <a:gd name="connsiteY200" fmla="*/ 2135981 h 5143500"/>
              <a:gd name="connsiteX201" fmla="*/ 1721644 w 5143500"/>
              <a:gd name="connsiteY201" fmla="*/ 1721644 h 5143500"/>
              <a:gd name="connsiteX202" fmla="*/ 2135981 w 5143500"/>
              <a:gd name="connsiteY202" fmla="*/ 1721644 h 5143500"/>
              <a:gd name="connsiteX203" fmla="*/ 2578894 w 5143500"/>
              <a:gd name="connsiteY203" fmla="*/ 2135981 h 5143500"/>
              <a:gd name="connsiteX204" fmla="*/ 2578894 w 5143500"/>
              <a:gd name="connsiteY204" fmla="*/ 1721644 h 5143500"/>
              <a:gd name="connsiteX205" fmla="*/ 2993231 w 5143500"/>
              <a:gd name="connsiteY205" fmla="*/ 1721644 h 5143500"/>
              <a:gd name="connsiteX206" fmla="*/ 2993231 w 5143500"/>
              <a:gd name="connsiteY206" fmla="*/ 2135981 h 5143500"/>
              <a:gd name="connsiteX207" fmla="*/ 2578894 w 5143500"/>
              <a:gd name="connsiteY207" fmla="*/ 2135981 h 5143500"/>
              <a:gd name="connsiteX208" fmla="*/ 2993231 w 5143500"/>
              <a:gd name="connsiteY208" fmla="*/ 2150269 h 5143500"/>
              <a:gd name="connsiteX209" fmla="*/ 2993231 w 5143500"/>
              <a:gd name="connsiteY209" fmla="*/ 2564606 h 5143500"/>
              <a:gd name="connsiteX210" fmla="*/ 2578894 w 5143500"/>
              <a:gd name="connsiteY210" fmla="*/ 2564606 h 5143500"/>
              <a:gd name="connsiteX211" fmla="*/ 2578894 w 5143500"/>
              <a:gd name="connsiteY211" fmla="*/ 2150269 h 5143500"/>
              <a:gd name="connsiteX212" fmla="*/ 2993231 w 5143500"/>
              <a:gd name="connsiteY212" fmla="*/ 2150269 h 5143500"/>
              <a:gd name="connsiteX213" fmla="*/ 2564606 w 5143500"/>
              <a:gd name="connsiteY213" fmla="*/ 2135981 h 5143500"/>
              <a:gd name="connsiteX214" fmla="*/ 2150269 w 5143500"/>
              <a:gd name="connsiteY214" fmla="*/ 2135981 h 5143500"/>
              <a:gd name="connsiteX215" fmla="*/ 2150269 w 5143500"/>
              <a:gd name="connsiteY215" fmla="*/ 1721644 h 5143500"/>
              <a:gd name="connsiteX216" fmla="*/ 2564606 w 5143500"/>
              <a:gd name="connsiteY216" fmla="*/ 1721644 h 5143500"/>
              <a:gd name="connsiteX217" fmla="*/ 2564606 w 5143500"/>
              <a:gd name="connsiteY217" fmla="*/ 2135981 h 5143500"/>
              <a:gd name="connsiteX218" fmla="*/ 2135981 w 5143500"/>
              <a:gd name="connsiteY218" fmla="*/ 2150269 h 5143500"/>
              <a:gd name="connsiteX219" fmla="*/ 2135981 w 5143500"/>
              <a:gd name="connsiteY219" fmla="*/ 2564606 h 5143500"/>
              <a:gd name="connsiteX220" fmla="*/ 1721644 w 5143500"/>
              <a:gd name="connsiteY220" fmla="*/ 2564606 h 5143500"/>
              <a:gd name="connsiteX221" fmla="*/ 1721644 w 5143500"/>
              <a:gd name="connsiteY221" fmla="*/ 2150269 h 5143500"/>
              <a:gd name="connsiteX222" fmla="*/ 2135981 w 5143500"/>
              <a:gd name="connsiteY222" fmla="*/ 2150269 h 5143500"/>
              <a:gd name="connsiteX223" fmla="*/ 2150269 w 5143500"/>
              <a:gd name="connsiteY223" fmla="*/ 2150269 h 5143500"/>
              <a:gd name="connsiteX224" fmla="*/ 2564606 w 5143500"/>
              <a:gd name="connsiteY224" fmla="*/ 2150269 h 5143500"/>
              <a:gd name="connsiteX225" fmla="*/ 2564606 w 5143500"/>
              <a:gd name="connsiteY225" fmla="*/ 2564606 h 5143500"/>
              <a:gd name="connsiteX226" fmla="*/ 2150269 w 5143500"/>
              <a:gd name="connsiteY226" fmla="*/ 2564606 h 5143500"/>
              <a:gd name="connsiteX227" fmla="*/ 2150269 w 5143500"/>
              <a:gd name="connsiteY227" fmla="*/ 2150269 h 5143500"/>
              <a:gd name="connsiteX228" fmla="*/ 2564606 w 5143500"/>
              <a:gd name="connsiteY228" fmla="*/ 2578894 h 5143500"/>
              <a:gd name="connsiteX229" fmla="*/ 2564606 w 5143500"/>
              <a:gd name="connsiteY229" fmla="*/ 2993231 h 5143500"/>
              <a:gd name="connsiteX230" fmla="*/ 2150269 w 5143500"/>
              <a:gd name="connsiteY230" fmla="*/ 2993231 h 5143500"/>
              <a:gd name="connsiteX231" fmla="*/ 2150269 w 5143500"/>
              <a:gd name="connsiteY231" fmla="*/ 2578894 h 5143500"/>
              <a:gd name="connsiteX232" fmla="*/ 2564606 w 5143500"/>
              <a:gd name="connsiteY232" fmla="*/ 2578894 h 5143500"/>
              <a:gd name="connsiteX233" fmla="*/ 2578894 w 5143500"/>
              <a:gd name="connsiteY233" fmla="*/ 2578894 h 5143500"/>
              <a:gd name="connsiteX234" fmla="*/ 2993231 w 5143500"/>
              <a:gd name="connsiteY234" fmla="*/ 2578894 h 5143500"/>
              <a:gd name="connsiteX235" fmla="*/ 2993231 w 5143500"/>
              <a:gd name="connsiteY235" fmla="*/ 2993231 h 5143500"/>
              <a:gd name="connsiteX236" fmla="*/ 2578894 w 5143500"/>
              <a:gd name="connsiteY236" fmla="*/ 2993231 h 5143500"/>
              <a:gd name="connsiteX237" fmla="*/ 2578894 w 5143500"/>
              <a:gd name="connsiteY237" fmla="*/ 2578894 h 5143500"/>
              <a:gd name="connsiteX238" fmla="*/ 3007519 w 5143500"/>
              <a:gd name="connsiteY238" fmla="*/ 2578894 h 5143500"/>
              <a:gd name="connsiteX239" fmla="*/ 3421856 w 5143500"/>
              <a:gd name="connsiteY239" fmla="*/ 2578894 h 5143500"/>
              <a:gd name="connsiteX240" fmla="*/ 3421856 w 5143500"/>
              <a:gd name="connsiteY240" fmla="*/ 2993231 h 5143500"/>
              <a:gd name="connsiteX241" fmla="*/ 3007519 w 5143500"/>
              <a:gd name="connsiteY241" fmla="*/ 2993231 h 5143500"/>
              <a:gd name="connsiteX242" fmla="*/ 3007519 w 5143500"/>
              <a:gd name="connsiteY242" fmla="*/ 2578894 h 5143500"/>
              <a:gd name="connsiteX243" fmla="*/ 2993231 w 5143500"/>
              <a:gd name="connsiteY243" fmla="*/ 3007519 h 5143500"/>
              <a:gd name="connsiteX244" fmla="*/ 2993231 w 5143500"/>
              <a:gd name="connsiteY244" fmla="*/ 3421856 h 5143500"/>
              <a:gd name="connsiteX245" fmla="*/ 2578894 w 5143500"/>
              <a:gd name="connsiteY245" fmla="*/ 3421856 h 5143500"/>
              <a:gd name="connsiteX246" fmla="*/ 2578894 w 5143500"/>
              <a:gd name="connsiteY246" fmla="*/ 3007519 h 5143500"/>
              <a:gd name="connsiteX247" fmla="*/ 2993231 w 5143500"/>
              <a:gd name="connsiteY247" fmla="*/ 3007519 h 5143500"/>
              <a:gd name="connsiteX248" fmla="*/ 3007519 w 5143500"/>
              <a:gd name="connsiteY248" fmla="*/ 3007519 h 5143500"/>
              <a:gd name="connsiteX249" fmla="*/ 3421856 w 5143500"/>
              <a:gd name="connsiteY249" fmla="*/ 3007519 h 5143500"/>
              <a:gd name="connsiteX250" fmla="*/ 3421856 w 5143500"/>
              <a:gd name="connsiteY250" fmla="*/ 3421856 h 5143500"/>
              <a:gd name="connsiteX251" fmla="*/ 3007519 w 5143500"/>
              <a:gd name="connsiteY251" fmla="*/ 3421856 h 5143500"/>
              <a:gd name="connsiteX252" fmla="*/ 3007519 w 5143500"/>
              <a:gd name="connsiteY252" fmla="*/ 3007519 h 5143500"/>
              <a:gd name="connsiteX253" fmla="*/ 3850481 w 5143500"/>
              <a:gd name="connsiteY253" fmla="*/ 2578894 h 5143500"/>
              <a:gd name="connsiteX254" fmla="*/ 3850481 w 5143500"/>
              <a:gd name="connsiteY254" fmla="*/ 2993231 h 5143500"/>
              <a:gd name="connsiteX255" fmla="*/ 3436144 w 5143500"/>
              <a:gd name="connsiteY255" fmla="*/ 2993231 h 5143500"/>
              <a:gd name="connsiteX256" fmla="*/ 3436144 w 5143500"/>
              <a:gd name="connsiteY256" fmla="*/ 2578894 h 5143500"/>
              <a:gd name="connsiteX257" fmla="*/ 3850481 w 5143500"/>
              <a:gd name="connsiteY257" fmla="*/ 2578894 h 5143500"/>
              <a:gd name="connsiteX258" fmla="*/ 3421856 w 5143500"/>
              <a:gd name="connsiteY258" fmla="*/ 2564606 h 5143500"/>
              <a:gd name="connsiteX259" fmla="*/ 3007519 w 5143500"/>
              <a:gd name="connsiteY259" fmla="*/ 2564606 h 5143500"/>
              <a:gd name="connsiteX260" fmla="*/ 3007519 w 5143500"/>
              <a:gd name="connsiteY260" fmla="*/ 2150269 h 5143500"/>
              <a:gd name="connsiteX261" fmla="*/ 3421856 w 5143500"/>
              <a:gd name="connsiteY261" fmla="*/ 2150269 h 5143500"/>
              <a:gd name="connsiteX262" fmla="*/ 3421856 w 5143500"/>
              <a:gd name="connsiteY262" fmla="*/ 2564606 h 5143500"/>
              <a:gd name="connsiteX263" fmla="*/ 3421856 w 5143500"/>
              <a:gd name="connsiteY263" fmla="*/ 1721644 h 5143500"/>
              <a:gd name="connsiteX264" fmla="*/ 3421856 w 5143500"/>
              <a:gd name="connsiteY264" fmla="*/ 2135981 h 5143500"/>
              <a:gd name="connsiteX265" fmla="*/ 3007519 w 5143500"/>
              <a:gd name="connsiteY265" fmla="*/ 2135981 h 5143500"/>
              <a:gd name="connsiteX266" fmla="*/ 3007519 w 5143500"/>
              <a:gd name="connsiteY266" fmla="*/ 1721644 h 5143500"/>
              <a:gd name="connsiteX267" fmla="*/ 3421856 w 5143500"/>
              <a:gd name="connsiteY267" fmla="*/ 1721644 h 5143500"/>
              <a:gd name="connsiteX268" fmla="*/ 2993231 w 5143500"/>
              <a:gd name="connsiteY268" fmla="*/ 1293019 h 5143500"/>
              <a:gd name="connsiteX269" fmla="*/ 2993231 w 5143500"/>
              <a:gd name="connsiteY269" fmla="*/ 1707356 h 5143500"/>
              <a:gd name="connsiteX270" fmla="*/ 2578894 w 5143500"/>
              <a:gd name="connsiteY270" fmla="*/ 1707356 h 5143500"/>
              <a:gd name="connsiteX271" fmla="*/ 2578894 w 5143500"/>
              <a:gd name="connsiteY271" fmla="*/ 1293019 h 5143500"/>
              <a:gd name="connsiteX272" fmla="*/ 2993231 w 5143500"/>
              <a:gd name="connsiteY272" fmla="*/ 1293019 h 5143500"/>
              <a:gd name="connsiteX273" fmla="*/ 2564606 w 5143500"/>
              <a:gd name="connsiteY273" fmla="*/ 1293019 h 5143500"/>
              <a:gd name="connsiteX274" fmla="*/ 2564606 w 5143500"/>
              <a:gd name="connsiteY274" fmla="*/ 1707356 h 5143500"/>
              <a:gd name="connsiteX275" fmla="*/ 2150269 w 5143500"/>
              <a:gd name="connsiteY275" fmla="*/ 1707356 h 5143500"/>
              <a:gd name="connsiteX276" fmla="*/ 2150269 w 5143500"/>
              <a:gd name="connsiteY276" fmla="*/ 1293019 h 5143500"/>
              <a:gd name="connsiteX277" fmla="*/ 2564606 w 5143500"/>
              <a:gd name="connsiteY277" fmla="*/ 1293019 h 5143500"/>
              <a:gd name="connsiteX278" fmla="*/ 2135981 w 5143500"/>
              <a:gd name="connsiteY278" fmla="*/ 864394 h 5143500"/>
              <a:gd name="connsiteX279" fmla="*/ 2135981 w 5143500"/>
              <a:gd name="connsiteY279" fmla="*/ 1278731 h 5143500"/>
              <a:gd name="connsiteX280" fmla="*/ 1721644 w 5143500"/>
              <a:gd name="connsiteY280" fmla="*/ 1278731 h 5143500"/>
              <a:gd name="connsiteX281" fmla="*/ 1721644 w 5143500"/>
              <a:gd name="connsiteY281" fmla="*/ 864394 h 5143500"/>
              <a:gd name="connsiteX282" fmla="*/ 2135981 w 5143500"/>
              <a:gd name="connsiteY282" fmla="*/ 864394 h 5143500"/>
              <a:gd name="connsiteX283" fmla="*/ 1707356 w 5143500"/>
              <a:gd name="connsiteY283" fmla="*/ 864394 h 5143500"/>
              <a:gd name="connsiteX284" fmla="*/ 1707356 w 5143500"/>
              <a:gd name="connsiteY284" fmla="*/ 1278731 h 5143500"/>
              <a:gd name="connsiteX285" fmla="*/ 1293019 w 5143500"/>
              <a:gd name="connsiteY285" fmla="*/ 1278731 h 5143500"/>
              <a:gd name="connsiteX286" fmla="*/ 1293019 w 5143500"/>
              <a:gd name="connsiteY286" fmla="*/ 864394 h 5143500"/>
              <a:gd name="connsiteX287" fmla="*/ 1707356 w 5143500"/>
              <a:gd name="connsiteY287" fmla="*/ 864394 h 5143500"/>
              <a:gd name="connsiteX288" fmla="*/ 1278731 w 5143500"/>
              <a:gd name="connsiteY288" fmla="*/ 435769 h 5143500"/>
              <a:gd name="connsiteX289" fmla="*/ 1278731 w 5143500"/>
              <a:gd name="connsiteY289" fmla="*/ 850106 h 5143500"/>
              <a:gd name="connsiteX290" fmla="*/ 864394 w 5143500"/>
              <a:gd name="connsiteY290" fmla="*/ 850106 h 5143500"/>
              <a:gd name="connsiteX291" fmla="*/ 864394 w 5143500"/>
              <a:gd name="connsiteY291" fmla="*/ 435769 h 5143500"/>
              <a:gd name="connsiteX292" fmla="*/ 1278731 w 5143500"/>
              <a:gd name="connsiteY292" fmla="*/ 435769 h 5143500"/>
              <a:gd name="connsiteX293" fmla="*/ 435769 w 5143500"/>
              <a:gd name="connsiteY293" fmla="*/ 850106 h 5143500"/>
              <a:gd name="connsiteX294" fmla="*/ 435769 w 5143500"/>
              <a:gd name="connsiteY294" fmla="*/ 435769 h 5143500"/>
              <a:gd name="connsiteX295" fmla="*/ 850106 w 5143500"/>
              <a:gd name="connsiteY295" fmla="*/ 435769 h 5143500"/>
              <a:gd name="connsiteX296" fmla="*/ 850106 w 5143500"/>
              <a:gd name="connsiteY296" fmla="*/ 850106 h 5143500"/>
              <a:gd name="connsiteX297" fmla="*/ 435769 w 5143500"/>
              <a:gd name="connsiteY297" fmla="*/ 850106 h 5143500"/>
              <a:gd name="connsiteX298" fmla="*/ 864394 w 5143500"/>
              <a:gd name="connsiteY298" fmla="*/ 864394 h 5143500"/>
              <a:gd name="connsiteX299" fmla="*/ 1278731 w 5143500"/>
              <a:gd name="connsiteY299" fmla="*/ 864394 h 5143500"/>
              <a:gd name="connsiteX300" fmla="*/ 1278731 w 5143500"/>
              <a:gd name="connsiteY300" fmla="*/ 1278731 h 5143500"/>
              <a:gd name="connsiteX301" fmla="*/ 864394 w 5143500"/>
              <a:gd name="connsiteY301" fmla="*/ 1278731 h 5143500"/>
              <a:gd name="connsiteX302" fmla="*/ 864394 w 5143500"/>
              <a:gd name="connsiteY302" fmla="*/ 864394 h 5143500"/>
              <a:gd name="connsiteX303" fmla="*/ 864394 w 5143500"/>
              <a:gd name="connsiteY303" fmla="*/ 1707356 h 5143500"/>
              <a:gd name="connsiteX304" fmla="*/ 864394 w 5143500"/>
              <a:gd name="connsiteY304" fmla="*/ 1293019 h 5143500"/>
              <a:gd name="connsiteX305" fmla="*/ 1278731 w 5143500"/>
              <a:gd name="connsiteY305" fmla="*/ 1293019 h 5143500"/>
              <a:gd name="connsiteX306" fmla="*/ 1278731 w 5143500"/>
              <a:gd name="connsiteY306" fmla="*/ 1707356 h 5143500"/>
              <a:gd name="connsiteX307" fmla="*/ 864394 w 5143500"/>
              <a:gd name="connsiteY307" fmla="*/ 1707356 h 5143500"/>
              <a:gd name="connsiteX308" fmla="*/ 1293019 w 5143500"/>
              <a:gd name="connsiteY308" fmla="*/ 1721644 h 5143500"/>
              <a:gd name="connsiteX309" fmla="*/ 1707356 w 5143500"/>
              <a:gd name="connsiteY309" fmla="*/ 1721644 h 5143500"/>
              <a:gd name="connsiteX310" fmla="*/ 1707356 w 5143500"/>
              <a:gd name="connsiteY310" fmla="*/ 2135981 h 5143500"/>
              <a:gd name="connsiteX311" fmla="*/ 1293019 w 5143500"/>
              <a:gd name="connsiteY311" fmla="*/ 2135981 h 5143500"/>
              <a:gd name="connsiteX312" fmla="*/ 1293019 w 5143500"/>
              <a:gd name="connsiteY312" fmla="*/ 1721644 h 5143500"/>
              <a:gd name="connsiteX313" fmla="*/ 1293019 w 5143500"/>
              <a:gd name="connsiteY313" fmla="*/ 2564606 h 5143500"/>
              <a:gd name="connsiteX314" fmla="*/ 1293019 w 5143500"/>
              <a:gd name="connsiteY314" fmla="*/ 2150269 h 5143500"/>
              <a:gd name="connsiteX315" fmla="*/ 1707356 w 5143500"/>
              <a:gd name="connsiteY315" fmla="*/ 2150269 h 5143500"/>
              <a:gd name="connsiteX316" fmla="*/ 1707356 w 5143500"/>
              <a:gd name="connsiteY316" fmla="*/ 2564606 h 5143500"/>
              <a:gd name="connsiteX317" fmla="*/ 1293019 w 5143500"/>
              <a:gd name="connsiteY317" fmla="*/ 2564606 h 5143500"/>
              <a:gd name="connsiteX318" fmla="*/ 1721644 w 5143500"/>
              <a:gd name="connsiteY318" fmla="*/ 2993231 h 5143500"/>
              <a:gd name="connsiteX319" fmla="*/ 1721644 w 5143500"/>
              <a:gd name="connsiteY319" fmla="*/ 2578894 h 5143500"/>
              <a:gd name="connsiteX320" fmla="*/ 2135981 w 5143500"/>
              <a:gd name="connsiteY320" fmla="*/ 2578894 h 5143500"/>
              <a:gd name="connsiteX321" fmla="*/ 2135981 w 5143500"/>
              <a:gd name="connsiteY321" fmla="*/ 2993231 h 5143500"/>
              <a:gd name="connsiteX322" fmla="*/ 1721644 w 5143500"/>
              <a:gd name="connsiteY322" fmla="*/ 2993231 h 5143500"/>
              <a:gd name="connsiteX323" fmla="*/ 2150269 w 5143500"/>
              <a:gd name="connsiteY323" fmla="*/ 3421856 h 5143500"/>
              <a:gd name="connsiteX324" fmla="*/ 2150269 w 5143500"/>
              <a:gd name="connsiteY324" fmla="*/ 3007519 h 5143500"/>
              <a:gd name="connsiteX325" fmla="*/ 2564606 w 5143500"/>
              <a:gd name="connsiteY325" fmla="*/ 3007519 h 5143500"/>
              <a:gd name="connsiteX326" fmla="*/ 2564606 w 5143500"/>
              <a:gd name="connsiteY326" fmla="*/ 3421856 h 5143500"/>
              <a:gd name="connsiteX327" fmla="*/ 2150269 w 5143500"/>
              <a:gd name="connsiteY327" fmla="*/ 3421856 h 5143500"/>
              <a:gd name="connsiteX328" fmla="*/ 2578894 w 5143500"/>
              <a:gd name="connsiteY328" fmla="*/ 3850481 h 5143500"/>
              <a:gd name="connsiteX329" fmla="*/ 2578894 w 5143500"/>
              <a:gd name="connsiteY329" fmla="*/ 3436144 h 5143500"/>
              <a:gd name="connsiteX330" fmla="*/ 2993231 w 5143500"/>
              <a:gd name="connsiteY330" fmla="*/ 3436144 h 5143500"/>
              <a:gd name="connsiteX331" fmla="*/ 2993231 w 5143500"/>
              <a:gd name="connsiteY331" fmla="*/ 3850481 h 5143500"/>
              <a:gd name="connsiteX332" fmla="*/ 2578894 w 5143500"/>
              <a:gd name="connsiteY332" fmla="*/ 3850481 h 5143500"/>
              <a:gd name="connsiteX333" fmla="*/ 3007519 w 5143500"/>
              <a:gd name="connsiteY333" fmla="*/ 3850481 h 5143500"/>
              <a:gd name="connsiteX334" fmla="*/ 3007519 w 5143500"/>
              <a:gd name="connsiteY334" fmla="*/ 3436144 h 5143500"/>
              <a:gd name="connsiteX335" fmla="*/ 3421856 w 5143500"/>
              <a:gd name="connsiteY335" fmla="*/ 3436144 h 5143500"/>
              <a:gd name="connsiteX336" fmla="*/ 3421856 w 5143500"/>
              <a:gd name="connsiteY336" fmla="*/ 3850481 h 5143500"/>
              <a:gd name="connsiteX337" fmla="*/ 3007519 w 5143500"/>
              <a:gd name="connsiteY337" fmla="*/ 3850481 h 5143500"/>
              <a:gd name="connsiteX338" fmla="*/ 3436144 w 5143500"/>
              <a:gd name="connsiteY338" fmla="*/ 4279106 h 5143500"/>
              <a:gd name="connsiteX339" fmla="*/ 3436144 w 5143500"/>
              <a:gd name="connsiteY339" fmla="*/ 3864769 h 5143500"/>
              <a:gd name="connsiteX340" fmla="*/ 3850481 w 5143500"/>
              <a:gd name="connsiteY340" fmla="*/ 3864769 h 5143500"/>
              <a:gd name="connsiteX341" fmla="*/ 3850481 w 5143500"/>
              <a:gd name="connsiteY341" fmla="*/ 4279106 h 5143500"/>
              <a:gd name="connsiteX342" fmla="*/ 3436144 w 5143500"/>
              <a:gd name="connsiteY342" fmla="*/ 4279106 h 5143500"/>
              <a:gd name="connsiteX343" fmla="*/ 3864769 w 5143500"/>
              <a:gd name="connsiteY343" fmla="*/ 4279106 h 5143500"/>
              <a:gd name="connsiteX344" fmla="*/ 3864769 w 5143500"/>
              <a:gd name="connsiteY344" fmla="*/ 3864769 h 5143500"/>
              <a:gd name="connsiteX345" fmla="*/ 4279106 w 5143500"/>
              <a:gd name="connsiteY345" fmla="*/ 3864769 h 5143500"/>
              <a:gd name="connsiteX346" fmla="*/ 4279106 w 5143500"/>
              <a:gd name="connsiteY346" fmla="*/ 4279106 h 5143500"/>
              <a:gd name="connsiteX347" fmla="*/ 3864769 w 5143500"/>
              <a:gd name="connsiteY347" fmla="*/ 4279106 h 5143500"/>
              <a:gd name="connsiteX348" fmla="*/ 4293394 w 5143500"/>
              <a:gd name="connsiteY348" fmla="*/ 4707731 h 5143500"/>
              <a:gd name="connsiteX349" fmla="*/ 4293394 w 5143500"/>
              <a:gd name="connsiteY349" fmla="*/ 4293394 h 5143500"/>
              <a:gd name="connsiteX350" fmla="*/ 4707731 w 5143500"/>
              <a:gd name="connsiteY350" fmla="*/ 4293394 h 5143500"/>
              <a:gd name="connsiteX351" fmla="*/ 4707731 w 5143500"/>
              <a:gd name="connsiteY351" fmla="*/ 4707731 h 5143500"/>
              <a:gd name="connsiteX352" fmla="*/ 4293394 w 5143500"/>
              <a:gd name="connsiteY352" fmla="*/ 4707731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</a:cxnLst>
            <a:rect l="l" t="t" r="r" b="b"/>
            <a:pathLst>
              <a:path w="5143500" h="5143500">
                <a:moveTo>
                  <a:pt x="5143500" y="4707731"/>
                </a:moveTo>
                <a:lnTo>
                  <a:pt x="4722019" y="4707731"/>
                </a:lnTo>
                <a:lnTo>
                  <a:pt x="4722019" y="4293394"/>
                </a:lnTo>
                <a:lnTo>
                  <a:pt x="4914900" y="4293394"/>
                </a:lnTo>
                <a:lnTo>
                  <a:pt x="4914900" y="4279106"/>
                </a:lnTo>
                <a:lnTo>
                  <a:pt x="4722019" y="4279106"/>
                </a:lnTo>
                <a:lnTo>
                  <a:pt x="4722019" y="1971675"/>
                </a:lnTo>
                <a:lnTo>
                  <a:pt x="4707731" y="1971675"/>
                </a:lnTo>
                <a:lnTo>
                  <a:pt x="4707731" y="4279106"/>
                </a:lnTo>
                <a:lnTo>
                  <a:pt x="4293394" y="4279106"/>
                </a:lnTo>
                <a:lnTo>
                  <a:pt x="4293394" y="3864769"/>
                </a:lnTo>
                <a:lnTo>
                  <a:pt x="4614863" y="3864769"/>
                </a:lnTo>
                <a:lnTo>
                  <a:pt x="4614863" y="3850481"/>
                </a:lnTo>
                <a:lnTo>
                  <a:pt x="4293394" y="3850481"/>
                </a:lnTo>
                <a:lnTo>
                  <a:pt x="4293394" y="3436144"/>
                </a:lnTo>
                <a:lnTo>
                  <a:pt x="4457700" y="3436144"/>
                </a:lnTo>
                <a:lnTo>
                  <a:pt x="4457700" y="3421856"/>
                </a:lnTo>
                <a:lnTo>
                  <a:pt x="4293394" y="3421856"/>
                </a:lnTo>
                <a:lnTo>
                  <a:pt x="4293394" y="1774508"/>
                </a:lnTo>
                <a:lnTo>
                  <a:pt x="4279106" y="1774508"/>
                </a:lnTo>
                <a:lnTo>
                  <a:pt x="4279106" y="3421856"/>
                </a:lnTo>
                <a:lnTo>
                  <a:pt x="3864769" y="3421856"/>
                </a:lnTo>
                <a:lnTo>
                  <a:pt x="3864769" y="3007519"/>
                </a:lnTo>
                <a:lnTo>
                  <a:pt x="4229100" y="3007519"/>
                </a:lnTo>
                <a:lnTo>
                  <a:pt x="4229100" y="2993231"/>
                </a:lnTo>
                <a:lnTo>
                  <a:pt x="3864769" y="2993231"/>
                </a:lnTo>
                <a:lnTo>
                  <a:pt x="3864769" y="2578894"/>
                </a:lnTo>
                <a:lnTo>
                  <a:pt x="4000500" y="2578894"/>
                </a:lnTo>
                <a:lnTo>
                  <a:pt x="4000500" y="2564606"/>
                </a:lnTo>
                <a:lnTo>
                  <a:pt x="3864769" y="2564606"/>
                </a:lnTo>
                <a:lnTo>
                  <a:pt x="3864769" y="1577340"/>
                </a:lnTo>
                <a:lnTo>
                  <a:pt x="3850481" y="1577340"/>
                </a:lnTo>
                <a:lnTo>
                  <a:pt x="3850481" y="2564606"/>
                </a:lnTo>
                <a:lnTo>
                  <a:pt x="3436144" y="2564606"/>
                </a:lnTo>
                <a:lnTo>
                  <a:pt x="3436144" y="2150269"/>
                </a:lnTo>
                <a:lnTo>
                  <a:pt x="3771900" y="2150269"/>
                </a:lnTo>
                <a:lnTo>
                  <a:pt x="3771900" y="2135981"/>
                </a:lnTo>
                <a:lnTo>
                  <a:pt x="3436144" y="2135981"/>
                </a:lnTo>
                <a:lnTo>
                  <a:pt x="3436144" y="1721644"/>
                </a:lnTo>
                <a:lnTo>
                  <a:pt x="3543300" y="1721644"/>
                </a:lnTo>
                <a:lnTo>
                  <a:pt x="3543300" y="1707356"/>
                </a:lnTo>
                <a:lnTo>
                  <a:pt x="3436144" y="1707356"/>
                </a:lnTo>
                <a:lnTo>
                  <a:pt x="3436144" y="1380173"/>
                </a:lnTo>
                <a:lnTo>
                  <a:pt x="3421856" y="1380173"/>
                </a:lnTo>
                <a:lnTo>
                  <a:pt x="3421856" y="1707356"/>
                </a:lnTo>
                <a:lnTo>
                  <a:pt x="3007519" y="1707356"/>
                </a:lnTo>
                <a:lnTo>
                  <a:pt x="3007519" y="1293019"/>
                </a:lnTo>
                <a:lnTo>
                  <a:pt x="3314700" y="1293019"/>
                </a:lnTo>
                <a:lnTo>
                  <a:pt x="3314700" y="1278731"/>
                </a:lnTo>
                <a:lnTo>
                  <a:pt x="3007519" y="1278731"/>
                </a:lnTo>
                <a:lnTo>
                  <a:pt x="3007519" y="1183005"/>
                </a:lnTo>
                <a:lnTo>
                  <a:pt x="2993231" y="1183005"/>
                </a:lnTo>
                <a:lnTo>
                  <a:pt x="2993231" y="1278731"/>
                </a:lnTo>
                <a:lnTo>
                  <a:pt x="2578894" y="1278731"/>
                </a:lnTo>
                <a:lnTo>
                  <a:pt x="2578894" y="985838"/>
                </a:lnTo>
                <a:lnTo>
                  <a:pt x="2564606" y="985838"/>
                </a:lnTo>
                <a:lnTo>
                  <a:pt x="2564606" y="1278731"/>
                </a:lnTo>
                <a:lnTo>
                  <a:pt x="2150269" y="1278731"/>
                </a:lnTo>
                <a:lnTo>
                  <a:pt x="2150269" y="864394"/>
                </a:lnTo>
                <a:lnTo>
                  <a:pt x="3086100" y="864394"/>
                </a:lnTo>
                <a:lnTo>
                  <a:pt x="3086100" y="850106"/>
                </a:lnTo>
                <a:lnTo>
                  <a:pt x="2150269" y="850106"/>
                </a:lnTo>
                <a:lnTo>
                  <a:pt x="2150269" y="788670"/>
                </a:lnTo>
                <a:lnTo>
                  <a:pt x="2135981" y="788670"/>
                </a:lnTo>
                <a:lnTo>
                  <a:pt x="2135981" y="850106"/>
                </a:lnTo>
                <a:lnTo>
                  <a:pt x="1721644" y="850106"/>
                </a:lnTo>
                <a:lnTo>
                  <a:pt x="1721644" y="591503"/>
                </a:lnTo>
                <a:lnTo>
                  <a:pt x="1707356" y="591503"/>
                </a:lnTo>
                <a:lnTo>
                  <a:pt x="1707356" y="850106"/>
                </a:lnTo>
                <a:lnTo>
                  <a:pt x="1293019" y="850106"/>
                </a:lnTo>
                <a:lnTo>
                  <a:pt x="1293019" y="435769"/>
                </a:lnTo>
                <a:lnTo>
                  <a:pt x="2857500" y="435769"/>
                </a:lnTo>
                <a:lnTo>
                  <a:pt x="2857500" y="421481"/>
                </a:lnTo>
                <a:lnTo>
                  <a:pt x="1293019" y="421481"/>
                </a:lnTo>
                <a:lnTo>
                  <a:pt x="1293019" y="394335"/>
                </a:lnTo>
                <a:lnTo>
                  <a:pt x="1278731" y="394335"/>
                </a:lnTo>
                <a:lnTo>
                  <a:pt x="1278731" y="421481"/>
                </a:lnTo>
                <a:lnTo>
                  <a:pt x="864394" y="421481"/>
                </a:lnTo>
                <a:lnTo>
                  <a:pt x="864394" y="197168"/>
                </a:lnTo>
                <a:lnTo>
                  <a:pt x="850106" y="197168"/>
                </a:lnTo>
                <a:lnTo>
                  <a:pt x="850106" y="421481"/>
                </a:lnTo>
                <a:lnTo>
                  <a:pt x="435769" y="421481"/>
                </a:lnTo>
                <a:lnTo>
                  <a:pt x="435769" y="0"/>
                </a:lnTo>
                <a:lnTo>
                  <a:pt x="421481" y="0"/>
                </a:lnTo>
                <a:lnTo>
                  <a:pt x="421481" y="421481"/>
                </a:lnTo>
                <a:lnTo>
                  <a:pt x="0" y="421481"/>
                </a:lnTo>
                <a:lnTo>
                  <a:pt x="0" y="435769"/>
                </a:lnTo>
                <a:lnTo>
                  <a:pt x="421481" y="435769"/>
                </a:lnTo>
                <a:lnTo>
                  <a:pt x="421481" y="850106"/>
                </a:lnTo>
                <a:lnTo>
                  <a:pt x="248603" y="850106"/>
                </a:lnTo>
                <a:lnTo>
                  <a:pt x="248603" y="864394"/>
                </a:lnTo>
                <a:lnTo>
                  <a:pt x="421481" y="864394"/>
                </a:lnTo>
                <a:lnTo>
                  <a:pt x="421481" y="2657475"/>
                </a:lnTo>
                <a:lnTo>
                  <a:pt x="435769" y="2657475"/>
                </a:lnTo>
                <a:lnTo>
                  <a:pt x="435769" y="864394"/>
                </a:lnTo>
                <a:lnTo>
                  <a:pt x="850106" y="864394"/>
                </a:lnTo>
                <a:lnTo>
                  <a:pt x="850106" y="1278731"/>
                </a:lnTo>
                <a:lnTo>
                  <a:pt x="497205" y="1278731"/>
                </a:lnTo>
                <a:lnTo>
                  <a:pt x="497205" y="1293019"/>
                </a:lnTo>
                <a:lnTo>
                  <a:pt x="850106" y="1293019"/>
                </a:lnTo>
                <a:lnTo>
                  <a:pt x="850106" y="1707356"/>
                </a:lnTo>
                <a:lnTo>
                  <a:pt x="745807" y="1707356"/>
                </a:lnTo>
                <a:lnTo>
                  <a:pt x="745807" y="1721644"/>
                </a:lnTo>
                <a:lnTo>
                  <a:pt x="850106" y="1721644"/>
                </a:lnTo>
                <a:lnTo>
                  <a:pt x="850106" y="2906078"/>
                </a:lnTo>
                <a:lnTo>
                  <a:pt x="864394" y="2906078"/>
                </a:lnTo>
                <a:lnTo>
                  <a:pt x="864394" y="1721644"/>
                </a:lnTo>
                <a:lnTo>
                  <a:pt x="1278731" y="1721644"/>
                </a:lnTo>
                <a:lnTo>
                  <a:pt x="1278731" y="2135981"/>
                </a:lnTo>
                <a:lnTo>
                  <a:pt x="994410" y="2135981"/>
                </a:lnTo>
                <a:lnTo>
                  <a:pt x="994410" y="2150269"/>
                </a:lnTo>
                <a:lnTo>
                  <a:pt x="1278731" y="2150269"/>
                </a:lnTo>
                <a:lnTo>
                  <a:pt x="1278731" y="2564606"/>
                </a:lnTo>
                <a:lnTo>
                  <a:pt x="1243013" y="2564606"/>
                </a:lnTo>
                <a:lnTo>
                  <a:pt x="1243013" y="2578894"/>
                </a:lnTo>
                <a:lnTo>
                  <a:pt x="1278731" y="2578894"/>
                </a:lnTo>
                <a:lnTo>
                  <a:pt x="1278731" y="3154680"/>
                </a:lnTo>
                <a:lnTo>
                  <a:pt x="1293019" y="3154680"/>
                </a:lnTo>
                <a:lnTo>
                  <a:pt x="1293019" y="2578894"/>
                </a:lnTo>
                <a:lnTo>
                  <a:pt x="1707356" y="2578894"/>
                </a:lnTo>
                <a:lnTo>
                  <a:pt x="1707356" y="2993231"/>
                </a:lnTo>
                <a:lnTo>
                  <a:pt x="1491615" y="2993231"/>
                </a:lnTo>
                <a:lnTo>
                  <a:pt x="1491615" y="3007519"/>
                </a:lnTo>
                <a:lnTo>
                  <a:pt x="1707356" y="3007519"/>
                </a:lnTo>
                <a:lnTo>
                  <a:pt x="1707356" y="3403283"/>
                </a:lnTo>
                <a:lnTo>
                  <a:pt x="1721644" y="3403283"/>
                </a:lnTo>
                <a:lnTo>
                  <a:pt x="1721644" y="3007519"/>
                </a:lnTo>
                <a:lnTo>
                  <a:pt x="2135981" y="3007519"/>
                </a:lnTo>
                <a:lnTo>
                  <a:pt x="2135981" y="3421856"/>
                </a:lnTo>
                <a:lnTo>
                  <a:pt x="1740218" y="3421856"/>
                </a:lnTo>
                <a:lnTo>
                  <a:pt x="1740218" y="3436144"/>
                </a:lnTo>
                <a:lnTo>
                  <a:pt x="2135981" y="3436144"/>
                </a:lnTo>
                <a:lnTo>
                  <a:pt x="2135981" y="3651885"/>
                </a:lnTo>
                <a:lnTo>
                  <a:pt x="2150269" y="3651885"/>
                </a:lnTo>
                <a:lnTo>
                  <a:pt x="2150269" y="3436144"/>
                </a:lnTo>
                <a:lnTo>
                  <a:pt x="2564606" y="3436144"/>
                </a:lnTo>
                <a:lnTo>
                  <a:pt x="2564606" y="3850481"/>
                </a:lnTo>
                <a:lnTo>
                  <a:pt x="1988820" y="3850481"/>
                </a:lnTo>
                <a:lnTo>
                  <a:pt x="1988820" y="3864769"/>
                </a:lnTo>
                <a:lnTo>
                  <a:pt x="2564606" y="3864769"/>
                </a:lnTo>
                <a:lnTo>
                  <a:pt x="2564606" y="3900488"/>
                </a:lnTo>
                <a:lnTo>
                  <a:pt x="2578894" y="3900488"/>
                </a:lnTo>
                <a:lnTo>
                  <a:pt x="2578894" y="3864769"/>
                </a:lnTo>
                <a:lnTo>
                  <a:pt x="2993231" y="3864769"/>
                </a:lnTo>
                <a:lnTo>
                  <a:pt x="2993231" y="4149090"/>
                </a:lnTo>
                <a:lnTo>
                  <a:pt x="3007519" y="4149090"/>
                </a:lnTo>
                <a:lnTo>
                  <a:pt x="3007519" y="3864769"/>
                </a:lnTo>
                <a:lnTo>
                  <a:pt x="3421856" y="3864769"/>
                </a:lnTo>
                <a:lnTo>
                  <a:pt x="3421856" y="4279106"/>
                </a:lnTo>
                <a:lnTo>
                  <a:pt x="2237423" y="4279106"/>
                </a:lnTo>
                <a:lnTo>
                  <a:pt x="2237423" y="4293394"/>
                </a:lnTo>
                <a:lnTo>
                  <a:pt x="3421856" y="4293394"/>
                </a:lnTo>
                <a:lnTo>
                  <a:pt x="3421856" y="4397693"/>
                </a:lnTo>
                <a:lnTo>
                  <a:pt x="3436144" y="4397693"/>
                </a:lnTo>
                <a:lnTo>
                  <a:pt x="3436144" y="4293394"/>
                </a:lnTo>
                <a:lnTo>
                  <a:pt x="3850481" y="4293394"/>
                </a:lnTo>
                <a:lnTo>
                  <a:pt x="3850481" y="4646295"/>
                </a:lnTo>
                <a:lnTo>
                  <a:pt x="3864769" y="4646295"/>
                </a:lnTo>
                <a:lnTo>
                  <a:pt x="3864769" y="4293394"/>
                </a:lnTo>
                <a:lnTo>
                  <a:pt x="4279106" y="4293394"/>
                </a:lnTo>
                <a:lnTo>
                  <a:pt x="4279106" y="4707731"/>
                </a:lnTo>
                <a:lnTo>
                  <a:pt x="2486025" y="4707731"/>
                </a:lnTo>
                <a:lnTo>
                  <a:pt x="2486025" y="4722019"/>
                </a:lnTo>
                <a:lnTo>
                  <a:pt x="4279106" y="4722019"/>
                </a:lnTo>
                <a:lnTo>
                  <a:pt x="4279106" y="4894898"/>
                </a:lnTo>
                <a:lnTo>
                  <a:pt x="4293394" y="4894898"/>
                </a:lnTo>
                <a:lnTo>
                  <a:pt x="4293394" y="4722019"/>
                </a:lnTo>
                <a:lnTo>
                  <a:pt x="4707731" y="4722019"/>
                </a:lnTo>
                <a:lnTo>
                  <a:pt x="4707731" y="5143500"/>
                </a:lnTo>
                <a:lnTo>
                  <a:pt x="4722019" y="5143500"/>
                </a:lnTo>
                <a:lnTo>
                  <a:pt x="4722019" y="4722019"/>
                </a:lnTo>
                <a:lnTo>
                  <a:pt x="5143500" y="4722019"/>
                </a:lnTo>
                <a:lnTo>
                  <a:pt x="5143500" y="4707731"/>
                </a:lnTo>
                <a:close/>
                <a:moveTo>
                  <a:pt x="4279106" y="3436144"/>
                </a:moveTo>
                <a:lnTo>
                  <a:pt x="4279106" y="3850481"/>
                </a:lnTo>
                <a:lnTo>
                  <a:pt x="3864769" y="3850481"/>
                </a:lnTo>
                <a:lnTo>
                  <a:pt x="3864769" y="3436144"/>
                </a:lnTo>
                <a:lnTo>
                  <a:pt x="4279106" y="3436144"/>
                </a:lnTo>
                <a:close/>
                <a:moveTo>
                  <a:pt x="3850481" y="3850481"/>
                </a:moveTo>
                <a:lnTo>
                  <a:pt x="3436144" y="3850481"/>
                </a:lnTo>
                <a:lnTo>
                  <a:pt x="3436144" y="3436144"/>
                </a:lnTo>
                <a:lnTo>
                  <a:pt x="3850481" y="3436144"/>
                </a:lnTo>
                <a:lnTo>
                  <a:pt x="3850481" y="3850481"/>
                </a:lnTo>
                <a:close/>
                <a:moveTo>
                  <a:pt x="3850481" y="3421856"/>
                </a:moveTo>
                <a:lnTo>
                  <a:pt x="3436144" y="3421856"/>
                </a:lnTo>
                <a:lnTo>
                  <a:pt x="3436144" y="3007519"/>
                </a:lnTo>
                <a:lnTo>
                  <a:pt x="3850481" y="3007519"/>
                </a:lnTo>
                <a:lnTo>
                  <a:pt x="3850481" y="3421856"/>
                </a:lnTo>
                <a:close/>
                <a:moveTo>
                  <a:pt x="1721644" y="1293019"/>
                </a:moveTo>
                <a:lnTo>
                  <a:pt x="2135981" y="1293019"/>
                </a:lnTo>
                <a:lnTo>
                  <a:pt x="2135981" y="1707356"/>
                </a:lnTo>
                <a:lnTo>
                  <a:pt x="1721644" y="1707356"/>
                </a:lnTo>
                <a:lnTo>
                  <a:pt x="1721644" y="1293019"/>
                </a:lnTo>
                <a:close/>
                <a:moveTo>
                  <a:pt x="1707356" y="1707356"/>
                </a:moveTo>
                <a:lnTo>
                  <a:pt x="1293019" y="1707356"/>
                </a:lnTo>
                <a:lnTo>
                  <a:pt x="1293019" y="1293019"/>
                </a:lnTo>
                <a:lnTo>
                  <a:pt x="1707356" y="1293019"/>
                </a:lnTo>
                <a:lnTo>
                  <a:pt x="1707356" y="1707356"/>
                </a:lnTo>
                <a:close/>
                <a:moveTo>
                  <a:pt x="2135981" y="1721644"/>
                </a:moveTo>
                <a:lnTo>
                  <a:pt x="2135981" y="2135981"/>
                </a:lnTo>
                <a:lnTo>
                  <a:pt x="1721644" y="2135981"/>
                </a:lnTo>
                <a:lnTo>
                  <a:pt x="1721644" y="1721644"/>
                </a:lnTo>
                <a:lnTo>
                  <a:pt x="2135981" y="1721644"/>
                </a:lnTo>
                <a:close/>
                <a:moveTo>
                  <a:pt x="2578894" y="2135981"/>
                </a:moveTo>
                <a:lnTo>
                  <a:pt x="2578894" y="1721644"/>
                </a:lnTo>
                <a:lnTo>
                  <a:pt x="2993231" y="1721644"/>
                </a:lnTo>
                <a:lnTo>
                  <a:pt x="2993231" y="2135981"/>
                </a:lnTo>
                <a:lnTo>
                  <a:pt x="2578894" y="2135981"/>
                </a:lnTo>
                <a:close/>
                <a:moveTo>
                  <a:pt x="2993231" y="2150269"/>
                </a:moveTo>
                <a:lnTo>
                  <a:pt x="2993231" y="2564606"/>
                </a:lnTo>
                <a:lnTo>
                  <a:pt x="2578894" y="2564606"/>
                </a:lnTo>
                <a:lnTo>
                  <a:pt x="2578894" y="2150269"/>
                </a:lnTo>
                <a:lnTo>
                  <a:pt x="2993231" y="2150269"/>
                </a:lnTo>
                <a:close/>
                <a:moveTo>
                  <a:pt x="2564606" y="2135981"/>
                </a:moveTo>
                <a:lnTo>
                  <a:pt x="2150269" y="2135981"/>
                </a:lnTo>
                <a:lnTo>
                  <a:pt x="2150269" y="1721644"/>
                </a:lnTo>
                <a:lnTo>
                  <a:pt x="2564606" y="1721644"/>
                </a:lnTo>
                <a:lnTo>
                  <a:pt x="2564606" y="2135981"/>
                </a:lnTo>
                <a:close/>
                <a:moveTo>
                  <a:pt x="2135981" y="2150269"/>
                </a:moveTo>
                <a:lnTo>
                  <a:pt x="2135981" y="2564606"/>
                </a:lnTo>
                <a:lnTo>
                  <a:pt x="1721644" y="2564606"/>
                </a:lnTo>
                <a:lnTo>
                  <a:pt x="1721644" y="2150269"/>
                </a:lnTo>
                <a:lnTo>
                  <a:pt x="2135981" y="2150269"/>
                </a:lnTo>
                <a:close/>
                <a:moveTo>
                  <a:pt x="2150269" y="2150269"/>
                </a:moveTo>
                <a:lnTo>
                  <a:pt x="2564606" y="2150269"/>
                </a:lnTo>
                <a:lnTo>
                  <a:pt x="2564606" y="2564606"/>
                </a:lnTo>
                <a:lnTo>
                  <a:pt x="2150269" y="2564606"/>
                </a:lnTo>
                <a:lnTo>
                  <a:pt x="2150269" y="2150269"/>
                </a:lnTo>
                <a:close/>
                <a:moveTo>
                  <a:pt x="2564606" y="2578894"/>
                </a:moveTo>
                <a:lnTo>
                  <a:pt x="2564606" y="2993231"/>
                </a:lnTo>
                <a:lnTo>
                  <a:pt x="2150269" y="2993231"/>
                </a:lnTo>
                <a:lnTo>
                  <a:pt x="2150269" y="2578894"/>
                </a:lnTo>
                <a:lnTo>
                  <a:pt x="2564606" y="2578894"/>
                </a:lnTo>
                <a:close/>
                <a:moveTo>
                  <a:pt x="2578894" y="2578894"/>
                </a:moveTo>
                <a:lnTo>
                  <a:pt x="2993231" y="2578894"/>
                </a:lnTo>
                <a:lnTo>
                  <a:pt x="2993231" y="2993231"/>
                </a:lnTo>
                <a:lnTo>
                  <a:pt x="2578894" y="2993231"/>
                </a:lnTo>
                <a:lnTo>
                  <a:pt x="2578894" y="2578894"/>
                </a:lnTo>
                <a:close/>
                <a:moveTo>
                  <a:pt x="3007519" y="2578894"/>
                </a:moveTo>
                <a:lnTo>
                  <a:pt x="3421856" y="2578894"/>
                </a:lnTo>
                <a:lnTo>
                  <a:pt x="3421856" y="2993231"/>
                </a:lnTo>
                <a:lnTo>
                  <a:pt x="3007519" y="2993231"/>
                </a:lnTo>
                <a:lnTo>
                  <a:pt x="3007519" y="2578894"/>
                </a:lnTo>
                <a:close/>
                <a:moveTo>
                  <a:pt x="2993231" y="3007519"/>
                </a:moveTo>
                <a:lnTo>
                  <a:pt x="2993231" y="3421856"/>
                </a:lnTo>
                <a:lnTo>
                  <a:pt x="2578894" y="3421856"/>
                </a:lnTo>
                <a:lnTo>
                  <a:pt x="2578894" y="3007519"/>
                </a:lnTo>
                <a:lnTo>
                  <a:pt x="2993231" y="3007519"/>
                </a:lnTo>
                <a:close/>
                <a:moveTo>
                  <a:pt x="3007519" y="3007519"/>
                </a:moveTo>
                <a:lnTo>
                  <a:pt x="3421856" y="3007519"/>
                </a:lnTo>
                <a:lnTo>
                  <a:pt x="3421856" y="3421856"/>
                </a:lnTo>
                <a:lnTo>
                  <a:pt x="3007519" y="3421856"/>
                </a:lnTo>
                <a:lnTo>
                  <a:pt x="3007519" y="3007519"/>
                </a:lnTo>
                <a:close/>
                <a:moveTo>
                  <a:pt x="3850481" y="2578894"/>
                </a:moveTo>
                <a:lnTo>
                  <a:pt x="3850481" y="2993231"/>
                </a:lnTo>
                <a:lnTo>
                  <a:pt x="3436144" y="2993231"/>
                </a:lnTo>
                <a:lnTo>
                  <a:pt x="3436144" y="2578894"/>
                </a:lnTo>
                <a:lnTo>
                  <a:pt x="3850481" y="2578894"/>
                </a:lnTo>
                <a:close/>
                <a:moveTo>
                  <a:pt x="3421856" y="2564606"/>
                </a:moveTo>
                <a:lnTo>
                  <a:pt x="3007519" y="2564606"/>
                </a:lnTo>
                <a:lnTo>
                  <a:pt x="3007519" y="2150269"/>
                </a:lnTo>
                <a:lnTo>
                  <a:pt x="3421856" y="2150269"/>
                </a:lnTo>
                <a:lnTo>
                  <a:pt x="3421856" y="2564606"/>
                </a:lnTo>
                <a:close/>
                <a:moveTo>
                  <a:pt x="3421856" y="1721644"/>
                </a:moveTo>
                <a:lnTo>
                  <a:pt x="3421856" y="2135981"/>
                </a:lnTo>
                <a:lnTo>
                  <a:pt x="3007519" y="2135981"/>
                </a:lnTo>
                <a:lnTo>
                  <a:pt x="3007519" y="1721644"/>
                </a:lnTo>
                <a:lnTo>
                  <a:pt x="3421856" y="1721644"/>
                </a:lnTo>
                <a:close/>
                <a:moveTo>
                  <a:pt x="2993231" y="1293019"/>
                </a:moveTo>
                <a:lnTo>
                  <a:pt x="2993231" y="1707356"/>
                </a:lnTo>
                <a:lnTo>
                  <a:pt x="2578894" y="1707356"/>
                </a:lnTo>
                <a:lnTo>
                  <a:pt x="2578894" y="1293019"/>
                </a:lnTo>
                <a:lnTo>
                  <a:pt x="2993231" y="1293019"/>
                </a:lnTo>
                <a:close/>
                <a:moveTo>
                  <a:pt x="2564606" y="1293019"/>
                </a:moveTo>
                <a:lnTo>
                  <a:pt x="2564606" y="1707356"/>
                </a:lnTo>
                <a:lnTo>
                  <a:pt x="2150269" y="1707356"/>
                </a:lnTo>
                <a:lnTo>
                  <a:pt x="2150269" y="1293019"/>
                </a:lnTo>
                <a:lnTo>
                  <a:pt x="2564606" y="1293019"/>
                </a:lnTo>
                <a:close/>
                <a:moveTo>
                  <a:pt x="2135981" y="864394"/>
                </a:moveTo>
                <a:lnTo>
                  <a:pt x="2135981" y="1278731"/>
                </a:lnTo>
                <a:lnTo>
                  <a:pt x="1721644" y="1278731"/>
                </a:lnTo>
                <a:lnTo>
                  <a:pt x="1721644" y="864394"/>
                </a:lnTo>
                <a:lnTo>
                  <a:pt x="2135981" y="864394"/>
                </a:lnTo>
                <a:close/>
                <a:moveTo>
                  <a:pt x="1707356" y="864394"/>
                </a:moveTo>
                <a:lnTo>
                  <a:pt x="1707356" y="1278731"/>
                </a:lnTo>
                <a:lnTo>
                  <a:pt x="1293019" y="1278731"/>
                </a:lnTo>
                <a:lnTo>
                  <a:pt x="1293019" y="864394"/>
                </a:lnTo>
                <a:lnTo>
                  <a:pt x="1707356" y="864394"/>
                </a:lnTo>
                <a:close/>
                <a:moveTo>
                  <a:pt x="1278731" y="435769"/>
                </a:moveTo>
                <a:lnTo>
                  <a:pt x="1278731" y="850106"/>
                </a:lnTo>
                <a:lnTo>
                  <a:pt x="864394" y="850106"/>
                </a:lnTo>
                <a:lnTo>
                  <a:pt x="864394" y="435769"/>
                </a:lnTo>
                <a:lnTo>
                  <a:pt x="1278731" y="435769"/>
                </a:lnTo>
                <a:close/>
                <a:moveTo>
                  <a:pt x="435769" y="850106"/>
                </a:moveTo>
                <a:lnTo>
                  <a:pt x="435769" y="435769"/>
                </a:lnTo>
                <a:lnTo>
                  <a:pt x="850106" y="435769"/>
                </a:lnTo>
                <a:lnTo>
                  <a:pt x="850106" y="850106"/>
                </a:lnTo>
                <a:lnTo>
                  <a:pt x="435769" y="850106"/>
                </a:lnTo>
                <a:close/>
                <a:moveTo>
                  <a:pt x="864394" y="864394"/>
                </a:moveTo>
                <a:lnTo>
                  <a:pt x="1278731" y="864394"/>
                </a:lnTo>
                <a:lnTo>
                  <a:pt x="1278731" y="1278731"/>
                </a:lnTo>
                <a:lnTo>
                  <a:pt x="864394" y="1278731"/>
                </a:lnTo>
                <a:lnTo>
                  <a:pt x="864394" y="864394"/>
                </a:lnTo>
                <a:close/>
                <a:moveTo>
                  <a:pt x="864394" y="1707356"/>
                </a:moveTo>
                <a:lnTo>
                  <a:pt x="864394" y="1293019"/>
                </a:lnTo>
                <a:lnTo>
                  <a:pt x="1278731" y="1293019"/>
                </a:lnTo>
                <a:lnTo>
                  <a:pt x="1278731" y="1707356"/>
                </a:lnTo>
                <a:lnTo>
                  <a:pt x="864394" y="1707356"/>
                </a:lnTo>
                <a:close/>
                <a:moveTo>
                  <a:pt x="1293019" y="1721644"/>
                </a:moveTo>
                <a:lnTo>
                  <a:pt x="1707356" y="1721644"/>
                </a:lnTo>
                <a:lnTo>
                  <a:pt x="1707356" y="2135981"/>
                </a:lnTo>
                <a:lnTo>
                  <a:pt x="1293019" y="2135981"/>
                </a:lnTo>
                <a:lnTo>
                  <a:pt x="1293019" y="1721644"/>
                </a:lnTo>
                <a:close/>
                <a:moveTo>
                  <a:pt x="1293019" y="2564606"/>
                </a:moveTo>
                <a:lnTo>
                  <a:pt x="1293019" y="2150269"/>
                </a:lnTo>
                <a:lnTo>
                  <a:pt x="1707356" y="2150269"/>
                </a:lnTo>
                <a:lnTo>
                  <a:pt x="1707356" y="2564606"/>
                </a:lnTo>
                <a:lnTo>
                  <a:pt x="1293019" y="2564606"/>
                </a:lnTo>
                <a:close/>
                <a:moveTo>
                  <a:pt x="1721644" y="2993231"/>
                </a:moveTo>
                <a:lnTo>
                  <a:pt x="1721644" y="2578894"/>
                </a:lnTo>
                <a:lnTo>
                  <a:pt x="2135981" y="2578894"/>
                </a:lnTo>
                <a:lnTo>
                  <a:pt x="2135981" y="2993231"/>
                </a:lnTo>
                <a:lnTo>
                  <a:pt x="1721644" y="2993231"/>
                </a:lnTo>
                <a:close/>
                <a:moveTo>
                  <a:pt x="2150269" y="3421856"/>
                </a:moveTo>
                <a:lnTo>
                  <a:pt x="2150269" y="3007519"/>
                </a:lnTo>
                <a:lnTo>
                  <a:pt x="2564606" y="3007519"/>
                </a:lnTo>
                <a:lnTo>
                  <a:pt x="2564606" y="3421856"/>
                </a:lnTo>
                <a:lnTo>
                  <a:pt x="2150269" y="3421856"/>
                </a:lnTo>
                <a:close/>
                <a:moveTo>
                  <a:pt x="2578894" y="3850481"/>
                </a:moveTo>
                <a:lnTo>
                  <a:pt x="2578894" y="3436144"/>
                </a:lnTo>
                <a:lnTo>
                  <a:pt x="2993231" y="3436144"/>
                </a:lnTo>
                <a:lnTo>
                  <a:pt x="2993231" y="3850481"/>
                </a:lnTo>
                <a:lnTo>
                  <a:pt x="2578894" y="3850481"/>
                </a:lnTo>
                <a:close/>
                <a:moveTo>
                  <a:pt x="3007519" y="3850481"/>
                </a:moveTo>
                <a:lnTo>
                  <a:pt x="3007519" y="3436144"/>
                </a:lnTo>
                <a:lnTo>
                  <a:pt x="3421856" y="3436144"/>
                </a:lnTo>
                <a:lnTo>
                  <a:pt x="3421856" y="3850481"/>
                </a:lnTo>
                <a:lnTo>
                  <a:pt x="3007519" y="3850481"/>
                </a:lnTo>
                <a:close/>
                <a:moveTo>
                  <a:pt x="3436144" y="4279106"/>
                </a:moveTo>
                <a:lnTo>
                  <a:pt x="3436144" y="3864769"/>
                </a:lnTo>
                <a:lnTo>
                  <a:pt x="3850481" y="3864769"/>
                </a:lnTo>
                <a:lnTo>
                  <a:pt x="3850481" y="4279106"/>
                </a:lnTo>
                <a:lnTo>
                  <a:pt x="3436144" y="4279106"/>
                </a:lnTo>
                <a:close/>
                <a:moveTo>
                  <a:pt x="3864769" y="4279106"/>
                </a:moveTo>
                <a:lnTo>
                  <a:pt x="3864769" y="3864769"/>
                </a:lnTo>
                <a:lnTo>
                  <a:pt x="4279106" y="3864769"/>
                </a:lnTo>
                <a:lnTo>
                  <a:pt x="4279106" y="4279106"/>
                </a:lnTo>
                <a:lnTo>
                  <a:pt x="3864769" y="4279106"/>
                </a:lnTo>
                <a:close/>
                <a:moveTo>
                  <a:pt x="4293394" y="4707731"/>
                </a:moveTo>
                <a:lnTo>
                  <a:pt x="4293394" y="4293394"/>
                </a:lnTo>
                <a:lnTo>
                  <a:pt x="4707731" y="4293394"/>
                </a:lnTo>
                <a:lnTo>
                  <a:pt x="4707731" y="4707731"/>
                </a:lnTo>
                <a:lnTo>
                  <a:pt x="4293394" y="4707731"/>
                </a:lnTo>
                <a:close/>
              </a:path>
            </a:pathLst>
          </a:custGeom>
          <a:gradFill flip="none" rotWithShape="1">
            <a:gsLst>
              <a:gs pos="19000">
                <a:schemeClr val="accent3">
                  <a:lumMod val="20000"/>
                  <a:lumOff val="80000"/>
                  <a:alpha val="11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1"/>
            <a:tileRect/>
          </a:gradFill>
          <a:ln w="714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3897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3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1D3D"/>
      </a:accent1>
      <a:accent2>
        <a:srgbClr val="81CCFF"/>
      </a:accent2>
      <a:accent3>
        <a:srgbClr val="FFE48F"/>
      </a:accent3>
      <a:accent4>
        <a:srgbClr val="70FCE5"/>
      </a:accent4>
      <a:accent5>
        <a:srgbClr val="D2E7FF"/>
      </a:accent5>
      <a:accent6>
        <a:srgbClr val="00326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62</Words>
  <Application>Microsoft Macintosh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Courier New</vt:lpstr>
      <vt:lpstr>1_Office Theme</vt:lpstr>
      <vt:lpstr>NFL Technology Innovation HUB Execution Gates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Steps work intake process to generate leads </dc:title>
  <dc:creator>slide 58</dc:creator>
  <cp:lastModifiedBy>Microsoft Office User</cp:lastModifiedBy>
  <cp:revision>3</cp:revision>
  <dcterms:created xsi:type="dcterms:W3CDTF">2023-03-29T03:55:49Z</dcterms:created>
  <dcterms:modified xsi:type="dcterms:W3CDTF">2024-01-02T22:33:53Z</dcterms:modified>
</cp:coreProperties>
</file>